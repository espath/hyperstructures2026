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8" r:id="rId3"/>
    <p:sldId id="281" r:id="rId4"/>
    <p:sldId id="264" r:id="rId5"/>
    <p:sldId id="280" r:id="rId6"/>
    <p:sldId id="263" r:id="rId7"/>
    <p:sldId id="274" r:id="rId8"/>
    <p:sldId id="267" r:id="rId9"/>
    <p:sldId id="277" r:id="rId10"/>
    <p:sldId id="268" r:id="rId11"/>
    <p:sldId id="269" r:id="rId12"/>
    <p:sldId id="27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F848BE-248C-4172-9CD4-7C0F5448EC9D}" v="16" dt="2026-09-04T12:44:47.7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dzie, Kokou" userId="86e74145-968b-4515-a344-f45c9d3c0928" providerId="ADAL" clId="{FD822E27-99B2-4F70-AB18-305209B675E6}"/>
    <pc:docChg chg="undo custSel addSld delSld modSld">
      <pc:chgData name="Dadzie, Kokou" userId="86e74145-968b-4515-a344-f45c9d3c0928" providerId="ADAL" clId="{FD822E27-99B2-4F70-AB18-305209B675E6}" dt="2026-09-04T12:44:47.776" v="2233" actId="20577"/>
      <pc:docMkLst>
        <pc:docMk/>
      </pc:docMkLst>
      <pc:sldChg chg="addSp modSp mod">
        <pc:chgData name="Dadzie, Kokou" userId="86e74145-968b-4515-a344-f45c9d3c0928" providerId="ADAL" clId="{FD822E27-99B2-4F70-AB18-305209B675E6}" dt="2026-08-17T18:22:42.800" v="2128" actId="13926"/>
        <pc:sldMkLst>
          <pc:docMk/>
          <pc:sldMk cId="1144176433" sldId="256"/>
        </pc:sldMkLst>
        <pc:spChg chg="mod">
          <ac:chgData name="Dadzie, Kokou" userId="86e74145-968b-4515-a344-f45c9d3c0928" providerId="ADAL" clId="{FD822E27-99B2-4F70-AB18-305209B675E6}" dt="2026-08-13T14:00:31.882" v="320" actId="20577"/>
          <ac:spMkLst>
            <pc:docMk/>
            <pc:sldMk cId="1144176433" sldId="256"/>
            <ac:spMk id="2" creationId="{ED79B1BD-CB6B-2984-F296-6E0A800BF6A1}"/>
          </ac:spMkLst>
        </pc:spChg>
        <pc:spChg chg="mod">
          <ac:chgData name="Dadzie, Kokou" userId="86e74145-968b-4515-a344-f45c9d3c0928" providerId="ADAL" clId="{FD822E27-99B2-4F70-AB18-305209B675E6}" dt="2026-08-17T18:22:42.800" v="2128" actId="13926"/>
          <ac:spMkLst>
            <pc:docMk/>
            <pc:sldMk cId="1144176433" sldId="256"/>
            <ac:spMk id="3" creationId="{87D70955-7169-3BCA-C8F6-4111E04C65A3}"/>
          </ac:spMkLst>
        </pc:spChg>
        <pc:spChg chg="add mod">
          <ac:chgData name="Dadzie, Kokou" userId="86e74145-968b-4515-a344-f45c9d3c0928" providerId="ADAL" clId="{FD822E27-99B2-4F70-AB18-305209B675E6}" dt="2026-08-13T12:22:22.637" v="237" actId="20577"/>
          <ac:spMkLst>
            <pc:docMk/>
            <pc:sldMk cId="1144176433" sldId="256"/>
            <ac:spMk id="4" creationId="{B7507C37-DD00-8ED0-0207-618734B48CD7}"/>
          </ac:spMkLst>
        </pc:spChg>
        <pc:picChg chg="mod">
          <ac:chgData name="Dadzie, Kokou" userId="86e74145-968b-4515-a344-f45c9d3c0928" providerId="ADAL" clId="{FD822E27-99B2-4F70-AB18-305209B675E6}" dt="2026-08-13T12:16:46.435" v="107" actId="1037"/>
          <ac:picMkLst>
            <pc:docMk/>
            <pc:sldMk cId="1144176433" sldId="256"/>
            <ac:picMk id="5" creationId="{FDF8A1C5-4F3F-002C-D1C4-234FC241B059}"/>
          </ac:picMkLst>
        </pc:picChg>
        <pc:picChg chg="mod">
          <ac:chgData name="Dadzie, Kokou" userId="86e74145-968b-4515-a344-f45c9d3c0928" providerId="ADAL" clId="{FD822E27-99B2-4F70-AB18-305209B675E6}" dt="2026-08-13T12:16:27.527" v="101" actId="1035"/>
          <ac:picMkLst>
            <pc:docMk/>
            <pc:sldMk cId="1144176433" sldId="256"/>
            <ac:picMk id="7" creationId="{46CA9CDB-BFAB-CE0F-ECEF-DADF4D6D9231}"/>
          </ac:picMkLst>
        </pc:picChg>
      </pc:sldChg>
      <pc:sldChg chg="addSp delSp modSp add del mod">
        <pc:chgData name="Dadzie, Kokou" userId="86e74145-968b-4515-a344-f45c9d3c0928" providerId="ADAL" clId="{FD822E27-99B2-4F70-AB18-305209B675E6}" dt="2026-08-15T19:09:28.127" v="526" actId="5793"/>
        <pc:sldMkLst>
          <pc:docMk/>
          <pc:sldMk cId="1222368740" sldId="263"/>
        </pc:sldMkLst>
        <pc:spChg chg="mod">
          <ac:chgData name="Dadzie, Kokou" userId="86e74145-968b-4515-a344-f45c9d3c0928" providerId="ADAL" clId="{FD822E27-99B2-4F70-AB18-305209B675E6}" dt="2026-08-15T19:09:28.127" v="526" actId="5793"/>
          <ac:spMkLst>
            <pc:docMk/>
            <pc:sldMk cId="1222368740" sldId="263"/>
            <ac:spMk id="4" creationId="{C5A4FEA4-72C4-F493-4E99-F3E1C4281653}"/>
          </ac:spMkLst>
        </pc:spChg>
      </pc:sldChg>
      <pc:sldChg chg="addSp delSp modSp add del mod">
        <pc:chgData name="Dadzie, Kokou" userId="86e74145-968b-4515-a344-f45c9d3c0928" providerId="ADAL" clId="{FD822E27-99B2-4F70-AB18-305209B675E6}" dt="2026-08-17T15:12:50.156" v="650" actId="1035"/>
        <pc:sldMkLst>
          <pc:docMk/>
          <pc:sldMk cId="3366193914" sldId="264"/>
        </pc:sldMkLst>
        <pc:picChg chg="mod">
          <ac:chgData name="Dadzie, Kokou" userId="86e74145-968b-4515-a344-f45c9d3c0928" providerId="ADAL" clId="{FD822E27-99B2-4F70-AB18-305209B675E6}" dt="2026-08-17T15:12:50.156" v="650" actId="1035"/>
          <ac:picMkLst>
            <pc:docMk/>
            <pc:sldMk cId="3366193914" sldId="264"/>
            <ac:picMk id="14" creationId="{5A37C557-46BA-5F5F-3129-A69DF71F415E}"/>
          </ac:picMkLst>
        </pc:picChg>
      </pc:sldChg>
      <pc:sldChg chg="delSp add del mod">
        <pc:chgData name="Dadzie, Kokou" userId="86e74145-968b-4515-a344-f45c9d3c0928" providerId="ADAL" clId="{FD822E27-99B2-4F70-AB18-305209B675E6}" dt="2026-08-15T18:57:28.845" v="518"/>
        <pc:sldMkLst>
          <pc:docMk/>
          <pc:sldMk cId="2979228715" sldId="267"/>
        </pc:sldMkLst>
      </pc:sldChg>
      <pc:sldChg chg="delSp modSp add del mod">
        <pc:chgData name="Dadzie, Kokou" userId="86e74145-968b-4515-a344-f45c9d3c0928" providerId="ADAL" clId="{FD822E27-99B2-4F70-AB18-305209B675E6}" dt="2026-09-04T12:44:17.836" v="2224" actId="14100"/>
        <pc:sldMkLst>
          <pc:docMk/>
          <pc:sldMk cId="291234056" sldId="268"/>
        </pc:sldMkLst>
        <pc:spChg chg="mod">
          <ac:chgData name="Dadzie, Kokou" userId="86e74145-968b-4515-a344-f45c9d3c0928" providerId="ADAL" clId="{FD822E27-99B2-4F70-AB18-305209B675E6}" dt="2026-09-04T12:44:17.836" v="2224" actId="14100"/>
          <ac:spMkLst>
            <pc:docMk/>
            <pc:sldMk cId="291234056" sldId="268"/>
            <ac:spMk id="8" creationId="{09AC9D6A-DA7A-3A9D-1D4E-040833ECAD3A}"/>
          </ac:spMkLst>
        </pc:spChg>
      </pc:sldChg>
      <pc:sldChg chg="delSp modSp add del mod">
        <pc:chgData name="Dadzie, Kokou" userId="86e74145-968b-4515-a344-f45c9d3c0928" providerId="ADAL" clId="{FD822E27-99B2-4F70-AB18-305209B675E6}" dt="2026-09-04T12:44:47.776" v="2233" actId="20577"/>
        <pc:sldMkLst>
          <pc:docMk/>
          <pc:sldMk cId="1412363962" sldId="269"/>
        </pc:sldMkLst>
        <pc:spChg chg="mod">
          <ac:chgData name="Dadzie, Kokou" userId="86e74145-968b-4515-a344-f45c9d3c0928" providerId="ADAL" clId="{FD822E27-99B2-4F70-AB18-305209B675E6}" dt="2026-09-04T12:44:41.292" v="2229" actId="20577"/>
          <ac:spMkLst>
            <pc:docMk/>
            <pc:sldMk cId="1412363962" sldId="269"/>
            <ac:spMk id="6" creationId="{4077E3A9-1AB6-15E3-AE60-5B0F2275B3C8}"/>
          </ac:spMkLst>
        </pc:spChg>
        <pc:spChg chg="mod">
          <ac:chgData name="Dadzie, Kokou" userId="86e74145-968b-4515-a344-f45c9d3c0928" providerId="ADAL" clId="{FD822E27-99B2-4F70-AB18-305209B675E6}" dt="2026-09-04T12:44:47.776" v="2233" actId="20577"/>
          <ac:spMkLst>
            <pc:docMk/>
            <pc:sldMk cId="1412363962" sldId="269"/>
            <ac:spMk id="8" creationId="{6773251F-50B9-B48C-B4B6-214BC175CB58}"/>
          </ac:spMkLst>
        </pc:spChg>
      </pc:sldChg>
      <pc:sldChg chg="delSp modSp add del mod">
        <pc:chgData name="Dadzie, Kokou" userId="86e74145-968b-4515-a344-f45c9d3c0928" providerId="ADAL" clId="{FD822E27-99B2-4F70-AB18-305209B675E6}" dt="2026-09-02T09:11:55.060" v="2215" actId="207"/>
        <pc:sldMkLst>
          <pc:docMk/>
          <pc:sldMk cId="578728770" sldId="271"/>
        </pc:sldMkLst>
        <pc:spChg chg="mod">
          <ac:chgData name="Dadzie, Kokou" userId="86e74145-968b-4515-a344-f45c9d3c0928" providerId="ADAL" clId="{FD822E27-99B2-4F70-AB18-305209B675E6}" dt="2026-09-02T09:11:55.060" v="2215" actId="207"/>
          <ac:spMkLst>
            <pc:docMk/>
            <pc:sldMk cId="578728770" sldId="271"/>
            <ac:spMk id="6" creationId="{80FA41FC-C6A7-DD3E-4E1E-97D24B74B674}"/>
          </ac:spMkLst>
        </pc:spChg>
      </pc:sldChg>
      <pc:sldChg chg="addSp delSp modSp add del mod">
        <pc:chgData name="Dadzie, Kokou" userId="86e74145-968b-4515-a344-f45c9d3c0928" providerId="ADAL" clId="{FD822E27-99B2-4F70-AB18-305209B675E6}" dt="2026-09-03T22:22:06.996" v="2216" actId="13926"/>
        <pc:sldMkLst>
          <pc:docMk/>
          <pc:sldMk cId="1092848890" sldId="274"/>
        </pc:sldMkLst>
        <pc:spChg chg="mod">
          <ac:chgData name="Dadzie, Kokou" userId="86e74145-968b-4515-a344-f45c9d3c0928" providerId="ADAL" clId="{FD822E27-99B2-4F70-AB18-305209B675E6}" dt="2026-09-03T22:22:06.996" v="2216" actId="13926"/>
          <ac:spMkLst>
            <pc:docMk/>
            <pc:sldMk cId="1092848890" sldId="274"/>
            <ac:spMk id="4" creationId="{9D5E49E6-FB1D-5D2A-F5D2-92F09C7A4FF0}"/>
          </ac:spMkLst>
        </pc:spChg>
      </pc:sldChg>
      <pc:sldChg chg="delSp add del mod">
        <pc:chgData name="Dadzie, Kokou" userId="86e74145-968b-4515-a344-f45c9d3c0928" providerId="ADAL" clId="{FD822E27-99B2-4F70-AB18-305209B675E6}" dt="2026-08-15T18:57:28.845" v="518"/>
        <pc:sldMkLst>
          <pc:docMk/>
          <pc:sldMk cId="2566936281" sldId="277"/>
        </pc:sldMkLst>
      </pc:sldChg>
      <pc:sldChg chg="modSp add del mod">
        <pc:chgData name="Dadzie, Kokou" userId="86e74145-968b-4515-a344-f45c9d3c0928" providerId="ADAL" clId="{FD822E27-99B2-4F70-AB18-305209B675E6}" dt="2026-08-15T18:51:15.169" v="382" actId="6549"/>
        <pc:sldMkLst>
          <pc:docMk/>
          <pc:sldMk cId="2721059321" sldId="278"/>
        </pc:sldMkLst>
        <pc:spChg chg="mod">
          <ac:chgData name="Dadzie, Kokou" userId="86e74145-968b-4515-a344-f45c9d3c0928" providerId="ADAL" clId="{FD822E27-99B2-4F70-AB18-305209B675E6}" dt="2026-08-13T12:27:40.933" v="248" actId="313"/>
          <ac:spMkLst>
            <pc:docMk/>
            <pc:sldMk cId="2721059321" sldId="278"/>
            <ac:spMk id="2" creationId="{3E4705E6-899B-E97C-E9D9-EEEA62A7C0A1}"/>
          </ac:spMkLst>
        </pc:spChg>
        <pc:spChg chg="mod">
          <ac:chgData name="Dadzie, Kokou" userId="86e74145-968b-4515-a344-f45c9d3c0928" providerId="ADAL" clId="{FD822E27-99B2-4F70-AB18-305209B675E6}" dt="2026-08-15T18:51:15.169" v="382" actId="6549"/>
          <ac:spMkLst>
            <pc:docMk/>
            <pc:sldMk cId="2721059321" sldId="278"/>
            <ac:spMk id="4" creationId="{74D0B619-4A31-7D38-7BC0-94BF7103F13E}"/>
          </ac:spMkLst>
        </pc:spChg>
      </pc:sldChg>
      <pc:sldChg chg="addSp delSp modSp add mod">
        <pc:chgData name="Dadzie, Kokou" userId="86e74145-968b-4515-a344-f45c9d3c0928" providerId="ADAL" clId="{FD822E27-99B2-4F70-AB18-305209B675E6}" dt="2026-08-18T15:28:36.345" v="2186" actId="20577"/>
        <pc:sldMkLst>
          <pc:docMk/>
          <pc:sldMk cId="3902738529" sldId="280"/>
        </pc:sldMkLst>
        <pc:spChg chg="add mod">
          <ac:chgData name="Dadzie, Kokou" userId="86e74145-968b-4515-a344-f45c9d3c0928" providerId="ADAL" clId="{FD822E27-99B2-4F70-AB18-305209B675E6}" dt="2026-08-17T17:17:20.715" v="2127" actId="13926"/>
          <ac:spMkLst>
            <pc:docMk/>
            <pc:sldMk cId="3902738529" sldId="280"/>
            <ac:spMk id="2" creationId="{54029F5A-E6E0-41F2-2CEB-060BCA497139}"/>
          </ac:spMkLst>
        </pc:spChg>
        <pc:spChg chg="add mod">
          <ac:chgData name="Dadzie, Kokou" userId="86e74145-968b-4515-a344-f45c9d3c0928" providerId="ADAL" clId="{FD822E27-99B2-4F70-AB18-305209B675E6}" dt="2026-08-18T15:28:36.345" v="2186" actId="20577"/>
          <ac:spMkLst>
            <pc:docMk/>
            <pc:sldMk cId="3902738529" sldId="280"/>
            <ac:spMk id="3" creationId="{8F3D7CD3-397E-B9C8-6FBC-D5647738017B}"/>
          </ac:spMkLst>
        </pc:spChg>
        <pc:spChg chg="add mod">
          <ac:chgData name="Dadzie, Kokou" userId="86e74145-968b-4515-a344-f45c9d3c0928" providerId="ADAL" clId="{FD822E27-99B2-4F70-AB18-305209B675E6}" dt="2026-08-15T20:12:41.503" v="634" actId="20577"/>
          <ac:spMkLst>
            <pc:docMk/>
            <pc:sldMk cId="3902738529" sldId="280"/>
            <ac:spMk id="6" creationId="{0F4A072F-C586-71DC-BEA9-5F8FC393F147}"/>
          </ac:spMkLst>
        </pc:spChg>
        <pc:spChg chg="mod">
          <ac:chgData name="Dadzie, Kokou" userId="86e74145-968b-4515-a344-f45c9d3c0928" providerId="ADAL" clId="{FD822E27-99B2-4F70-AB18-305209B675E6}" dt="2026-08-15T18:54:14.415" v="507" actId="1036"/>
          <ac:spMkLst>
            <pc:docMk/>
            <pc:sldMk cId="3902738529" sldId="280"/>
            <ac:spMk id="8" creationId="{EC8B445A-8369-DF02-287D-8245D4CD50ED}"/>
          </ac:spMkLst>
        </pc:spChg>
        <pc:picChg chg="add mod">
          <ac:chgData name="Dadzie, Kokou" userId="86e74145-968b-4515-a344-f45c9d3c0928" providerId="ADAL" clId="{FD822E27-99B2-4F70-AB18-305209B675E6}" dt="2026-08-17T16:51:57.080" v="2003" actId="1035"/>
          <ac:picMkLst>
            <pc:docMk/>
            <pc:sldMk cId="3902738529" sldId="280"/>
            <ac:picMk id="4" creationId="{CF5D394C-B119-D7B0-4538-036BC5FF8C6B}"/>
          </ac:picMkLst>
        </pc:picChg>
        <pc:picChg chg="add mod">
          <ac:chgData name="Dadzie, Kokou" userId="86e74145-968b-4515-a344-f45c9d3c0928" providerId="ADAL" clId="{FD822E27-99B2-4F70-AB18-305209B675E6}" dt="2026-08-17T15:36:45.731" v="1814" actId="1038"/>
          <ac:picMkLst>
            <pc:docMk/>
            <pc:sldMk cId="3902738529" sldId="280"/>
            <ac:picMk id="5" creationId="{4ACFDF3A-9606-CE6D-F9A5-ABCCA08FF5BA}"/>
          </ac:picMkLst>
        </pc:picChg>
      </pc:sldChg>
      <pc:sldChg chg="modSp add mod">
        <pc:chgData name="Dadzie, Kokou" userId="86e74145-968b-4515-a344-f45c9d3c0928" providerId="ADAL" clId="{FD822E27-99B2-4F70-AB18-305209B675E6}" dt="2026-08-17T15:02:37.532" v="649" actId="20577"/>
        <pc:sldMkLst>
          <pc:docMk/>
          <pc:sldMk cId="776258064" sldId="281"/>
        </pc:sldMkLst>
        <pc:spChg chg="mod">
          <ac:chgData name="Dadzie, Kokou" userId="86e74145-968b-4515-a344-f45c9d3c0928" providerId="ADAL" clId="{FD822E27-99B2-4F70-AB18-305209B675E6}" dt="2026-08-17T15:02:37.532" v="649" actId="20577"/>
          <ac:spMkLst>
            <pc:docMk/>
            <pc:sldMk cId="776258064" sldId="281"/>
            <ac:spMk id="4" creationId="{10B37FD3-21DF-26E7-220D-D37C55D1B87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06807-64A1-820E-16C8-F9A4CF4DC9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E08258D-8A48-0AD3-97BC-05DE10054D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EB9B6BF-2BD0-7EDA-DABB-BB2F3A96495E}"/>
              </a:ext>
            </a:extLst>
          </p:cNvPr>
          <p:cNvSpPr>
            <a:spLocks noGrp="1"/>
          </p:cNvSpPr>
          <p:nvPr>
            <p:ph type="dt" sz="half" idx="10"/>
          </p:nvPr>
        </p:nvSpPr>
        <p:spPr/>
        <p:txBody>
          <a:bodyPr/>
          <a:lstStyle/>
          <a:p>
            <a:fld id="{664DDEA8-8551-4831-B6F5-25024FC3A564}" type="datetimeFigureOut">
              <a:rPr lang="en-GB" smtClean="0"/>
              <a:t>04/09/2026</a:t>
            </a:fld>
            <a:endParaRPr lang="en-GB"/>
          </a:p>
        </p:txBody>
      </p:sp>
      <p:sp>
        <p:nvSpPr>
          <p:cNvPr id="5" name="Footer Placeholder 4">
            <a:extLst>
              <a:ext uri="{FF2B5EF4-FFF2-40B4-BE49-F238E27FC236}">
                <a16:creationId xmlns:a16="http://schemas.microsoft.com/office/drawing/2014/main" id="{8204D35A-4753-78A5-2DB0-F95501F36EA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7C72428-1045-86C6-A6EF-0BC18BC565D9}"/>
              </a:ext>
            </a:extLst>
          </p:cNvPr>
          <p:cNvSpPr>
            <a:spLocks noGrp="1"/>
          </p:cNvSpPr>
          <p:nvPr>
            <p:ph type="sldNum" sz="quarter" idx="12"/>
          </p:nvPr>
        </p:nvSpPr>
        <p:spPr/>
        <p:txBody>
          <a:bodyPr/>
          <a:lstStyle/>
          <a:p>
            <a:fld id="{7882B27D-261C-4B7A-A13D-6DB31838EBAF}" type="slidenum">
              <a:rPr lang="en-GB" smtClean="0"/>
              <a:t>‹#›</a:t>
            </a:fld>
            <a:endParaRPr lang="en-GB"/>
          </a:p>
        </p:txBody>
      </p:sp>
    </p:spTree>
    <p:extLst>
      <p:ext uri="{BB962C8B-B14F-4D97-AF65-F5344CB8AC3E}">
        <p14:creationId xmlns:p14="http://schemas.microsoft.com/office/powerpoint/2010/main" val="3012467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5325-364C-CCDE-ECC0-BB613B14993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870FE9C-64DA-7ED3-6882-5058893F18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03A9550-6799-8CD2-5C45-63CA1E1282E5}"/>
              </a:ext>
            </a:extLst>
          </p:cNvPr>
          <p:cNvSpPr>
            <a:spLocks noGrp="1"/>
          </p:cNvSpPr>
          <p:nvPr>
            <p:ph type="dt" sz="half" idx="10"/>
          </p:nvPr>
        </p:nvSpPr>
        <p:spPr/>
        <p:txBody>
          <a:bodyPr/>
          <a:lstStyle/>
          <a:p>
            <a:fld id="{664DDEA8-8551-4831-B6F5-25024FC3A564}" type="datetimeFigureOut">
              <a:rPr lang="en-GB" smtClean="0"/>
              <a:t>04/09/2026</a:t>
            </a:fld>
            <a:endParaRPr lang="en-GB"/>
          </a:p>
        </p:txBody>
      </p:sp>
      <p:sp>
        <p:nvSpPr>
          <p:cNvPr id="5" name="Footer Placeholder 4">
            <a:extLst>
              <a:ext uri="{FF2B5EF4-FFF2-40B4-BE49-F238E27FC236}">
                <a16:creationId xmlns:a16="http://schemas.microsoft.com/office/drawing/2014/main" id="{2B112575-4570-4221-6926-69FD0757716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FD8F821-C5F2-CE8B-B4C2-D95503664225}"/>
              </a:ext>
            </a:extLst>
          </p:cNvPr>
          <p:cNvSpPr>
            <a:spLocks noGrp="1"/>
          </p:cNvSpPr>
          <p:nvPr>
            <p:ph type="sldNum" sz="quarter" idx="12"/>
          </p:nvPr>
        </p:nvSpPr>
        <p:spPr/>
        <p:txBody>
          <a:bodyPr/>
          <a:lstStyle/>
          <a:p>
            <a:fld id="{7882B27D-261C-4B7A-A13D-6DB31838EBAF}" type="slidenum">
              <a:rPr lang="en-GB" smtClean="0"/>
              <a:t>‹#›</a:t>
            </a:fld>
            <a:endParaRPr lang="en-GB"/>
          </a:p>
        </p:txBody>
      </p:sp>
    </p:spTree>
    <p:extLst>
      <p:ext uri="{BB962C8B-B14F-4D97-AF65-F5344CB8AC3E}">
        <p14:creationId xmlns:p14="http://schemas.microsoft.com/office/powerpoint/2010/main" val="1072928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7C304-F0B0-0EAA-E26A-144D7B3E7A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63EE368-3B70-1CCE-DD50-0596ECF1F30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B380291-23C8-BFC2-A1B5-E93C3AD8EFA6}"/>
              </a:ext>
            </a:extLst>
          </p:cNvPr>
          <p:cNvSpPr>
            <a:spLocks noGrp="1"/>
          </p:cNvSpPr>
          <p:nvPr>
            <p:ph type="dt" sz="half" idx="10"/>
          </p:nvPr>
        </p:nvSpPr>
        <p:spPr/>
        <p:txBody>
          <a:bodyPr/>
          <a:lstStyle/>
          <a:p>
            <a:fld id="{664DDEA8-8551-4831-B6F5-25024FC3A564}" type="datetimeFigureOut">
              <a:rPr lang="en-GB" smtClean="0"/>
              <a:t>04/09/2026</a:t>
            </a:fld>
            <a:endParaRPr lang="en-GB"/>
          </a:p>
        </p:txBody>
      </p:sp>
      <p:sp>
        <p:nvSpPr>
          <p:cNvPr id="5" name="Footer Placeholder 4">
            <a:extLst>
              <a:ext uri="{FF2B5EF4-FFF2-40B4-BE49-F238E27FC236}">
                <a16:creationId xmlns:a16="http://schemas.microsoft.com/office/drawing/2014/main" id="{4795F8CE-8161-11E6-8A0A-03D4F2048B9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4E0615-112E-32FE-4D0F-90202ED002CF}"/>
              </a:ext>
            </a:extLst>
          </p:cNvPr>
          <p:cNvSpPr>
            <a:spLocks noGrp="1"/>
          </p:cNvSpPr>
          <p:nvPr>
            <p:ph type="sldNum" sz="quarter" idx="12"/>
          </p:nvPr>
        </p:nvSpPr>
        <p:spPr/>
        <p:txBody>
          <a:bodyPr/>
          <a:lstStyle/>
          <a:p>
            <a:fld id="{7882B27D-261C-4B7A-A13D-6DB31838EBAF}" type="slidenum">
              <a:rPr lang="en-GB" smtClean="0"/>
              <a:t>‹#›</a:t>
            </a:fld>
            <a:endParaRPr lang="en-GB"/>
          </a:p>
        </p:txBody>
      </p:sp>
    </p:spTree>
    <p:extLst>
      <p:ext uri="{BB962C8B-B14F-4D97-AF65-F5344CB8AC3E}">
        <p14:creationId xmlns:p14="http://schemas.microsoft.com/office/powerpoint/2010/main" val="3079034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77B74-90B5-C4BE-B0E1-891191A9238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3473913-CB4F-C206-7BDE-F9E55CD636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93DE612-57C0-1847-40A9-21153D5D18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B1786FB-1682-6828-DE2A-491A1CE79E19}"/>
              </a:ext>
            </a:extLst>
          </p:cNvPr>
          <p:cNvSpPr>
            <a:spLocks noGrp="1"/>
          </p:cNvSpPr>
          <p:nvPr>
            <p:ph type="dt" sz="half" idx="10"/>
          </p:nvPr>
        </p:nvSpPr>
        <p:spPr/>
        <p:txBody>
          <a:bodyPr/>
          <a:lstStyle/>
          <a:p>
            <a:fld id="{664DDEA8-8551-4831-B6F5-25024FC3A564}" type="datetimeFigureOut">
              <a:rPr lang="en-GB" smtClean="0"/>
              <a:t>04/09/2026</a:t>
            </a:fld>
            <a:endParaRPr lang="en-GB"/>
          </a:p>
        </p:txBody>
      </p:sp>
      <p:sp>
        <p:nvSpPr>
          <p:cNvPr id="6" name="Footer Placeholder 5">
            <a:extLst>
              <a:ext uri="{FF2B5EF4-FFF2-40B4-BE49-F238E27FC236}">
                <a16:creationId xmlns:a16="http://schemas.microsoft.com/office/drawing/2014/main" id="{3B0D97F0-708E-1748-9B12-07872C058FB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0CCAC13-1DC5-F14D-E387-2127FCF7B6EC}"/>
              </a:ext>
            </a:extLst>
          </p:cNvPr>
          <p:cNvSpPr>
            <a:spLocks noGrp="1"/>
          </p:cNvSpPr>
          <p:nvPr>
            <p:ph type="sldNum" sz="quarter" idx="12"/>
          </p:nvPr>
        </p:nvSpPr>
        <p:spPr/>
        <p:txBody>
          <a:bodyPr/>
          <a:lstStyle/>
          <a:p>
            <a:fld id="{7882B27D-261C-4B7A-A13D-6DB31838EBAF}" type="slidenum">
              <a:rPr lang="en-GB" smtClean="0"/>
              <a:t>‹#›</a:t>
            </a:fld>
            <a:endParaRPr lang="en-GB"/>
          </a:p>
        </p:txBody>
      </p:sp>
    </p:spTree>
    <p:extLst>
      <p:ext uri="{BB962C8B-B14F-4D97-AF65-F5344CB8AC3E}">
        <p14:creationId xmlns:p14="http://schemas.microsoft.com/office/powerpoint/2010/main" val="3403509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0F3B8-14FB-93D8-8AF4-07FF2027184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11C7AEA-D69B-0107-519D-B8A46CE60C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E40E36-0A82-6239-2266-F86D2A8C91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D22444B-D3AB-A31C-32DF-069314CC7F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2D8FA8-788E-12F6-B01E-A1DBD83897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4956588-88A6-62D7-8FA2-6E1309513BBB}"/>
              </a:ext>
            </a:extLst>
          </p:cNvPr>
          <p:cNvSpPr>
            <a:spLocks noGrp="1"/>
          </p:cNvSpPr>
          <p:nvPr>
            <p:ph type="dt" sz="half" idx="10"/>
          </p:nvPr>
        </p:nvSpPr>
        <p:spPr/>
        <p:txBody>
          <a:bodyPr/>
          <a:lstStyle/>
          <a:p>
            <a:fld id="{664DDEA8-8551-4831-B6F5-25024FC3A564}" type="datetimeFigureOut">
              <a:rPr lang="en-GB" smtClean="0"/>
              <a:t>04/09/2026</a:t>
            </a:fld>
            <a:endParaRPr lang="en-GB"/>
          </a:p>
        </p:txBody>
      </p:sp>
      <p:sp>
        <p:nvSpPr>
          <p:cNvPr id="8" name="Footer Placeholder 7">
            <a:extLst>
              <a:ext uri="{FF2B5EF4-FFF2-40B4-BE49-F238E27FC236}">
                <a16:creationId xmlns:a16="http://schemas.microsoft.com/office/drawing/2014/main" id="{8C8E54FB-1767-26B1-4F23-E848E50E76D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24FE04B-BFBD-4B9E-E880-C1AA9DDF811D}"/>
              </a:ext>
            </a:extLst>
          </p:cNvPr>
          <p:cNvSpPr>
            <a:spLocks noGrp="1"/>
          </p:cNvSpPr>
          <p:nvPr>
            <p:ph type="sldNum" sz="quarter" idx="12"/>
          </p:nvPr>
        </p:nvSpPr>
        <p:spPr/>
        <p:txBody>
          <a:bodyPr/>
          <a:lstStyle/>
          <a:p>
            <a:fld id="{7882B27D-261C-4B7A-A13D-6DB31838EBAF}" type="slidenum">
              <a:rPr lang="en-GB" smtClean="0"/>
              <a:t>‹#›</a:t>
            </a:fld>
            <a:endParaRPr lang="en-GB"/>
          </a:p>
        </p:txBody>
      </p:sp>
    </p:spTree>
    <p:extLst>
      <p:ext uri="{BB962C8B-B14F-4D97-AF65-F5344CB8AC3E}">
        <p14:creationId xmlns:p14="http://schemas.microsoft.com/office/powerpoint/2010/main" val="2341214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922E8-FC14-7E23-D51C-7FB4BB42FA5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36A40DF-9246-E02E-6208-35B5C8B513F1}"/>
              </a:ext>
            </a:extLst>
          </p:cNvPr>
          <p:cNvSpPr>
            <a:spLocks noGrp="1"/>
          </p:cNvSpPr>
          <p:nvPr>
            <p:ph type="dt" sz="half" idx="10"/>
          </p:nvPr>
        </p:nvSpPr>
        <p:spPr/>
        <p:txBody>
          <a:bodyPr/>
          <a:lstStyle/>
          <a:p>
            <a:fld id="{664DDEA8-8551-4831-B6F5-25024FC3A564}" type="datetimeFigureOut">
              <a:rPr lang="en-GB" smtClean="0"/>
              <a:t>04/09/2026</a:t>
            </a:fld>
            <a:endParaRPr lang="en-GB"/>
          </a:p>
        </p:txBody>
      </p:sp>
      <p:sp>
        <p:nvSpPr>
          <p:cNvPr id="4" name="Footer Placeholder 3">
            <a:extLst>
              <a:ext uri="{FF2B5EF4-FFF2-40B4-BE49-F238E27FC236}">
                <a16:creationId xmlns:a16="http://schemas.microsoft.com/office/drawing/2014/main" id="{2EE47D5A-1CD0-1F49-C4D6-E7D08D15497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47ABDD2-AD8E-4B56-47DA-B4BEA3788487}"/>
              </a:ext>
            </a:extLst>
          </p:cNvPr>
          <p:cNvSpPr>
            <a:spLocks noGrp="1"/>
          </p:cNvSpPr>
          <p:nvPr>
            <p:ph type="sldNum" sz="quarter" idx="12"/>
          </p:nvPr>
        </p:nvSpPr>
        <p:spPr/>
        <p:txBody>
          <a:bodyPr/>
          <a:lstStyle/>
          <a:p>
            <a:fld id="{7882B27D-261C-4B7A-A13D-6DB31838EBAF}" type="slidenum">
              <a:rPr lang="en-GB" smtClean="0"/>
              <a:t>‹#›</a:t>
            </a:fld>
            <a:endParaRPr lang="en-GB"/>
          </a:p>
        </p:txBody>
      </p:sp>
    </p:spTree>
    <p:extLst>
      <p:ext uri="{BB962C8B-B14F-4D97-AF65-F5344CB8AC3E}">
        <p14:creationId xmlns:p14="http://schemas.microsoft.com/office/powerpoint/2010/main" val="4285140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3A960A-D5B2-82AD-639B-497B5DA5D007}"/>
              </a:ext>
            </a:extLst>
          </p:cNvPr>
          <p:cNvSpPr>
            <a:spLocks noGrp="1"/>
          </p:cNvSpPr>
          <p:nvPr>
            <p:ph type="dt" sz="half" idx="10"/>
          </p:nvPr>
        </p:nvSpPr>
        <p:spPr/>
        <p:txBody>
          <a:bodyPr/>
          <a:lstStyle/>
          <a:p>
            <a:fld id="{664DDEA8-8551-4831-B6F5-25024FC3A564}" type="datetimeFigureOut">
              <a:rPr lang="en-GB" smtClean="0"/>
              <a:t>04/09/2026</a:t>
            </a:fld>
            <a:endParaRPr lang="en-GB"/>
          </a:p>
        </p:txBody>
      </p:sp>
      <p:sp>
        <p:nvSpPr>
          <p:cNvPr id="3" name="Footer Placeholder 2">
            <a:extLst>
              <a:ext uri="{FF2B5EF4-FFF2-40B4-BE49-F238E27FC236}">
                <a16:creationId xmlns:a16="http://schemas.microsoft.com/office/drawing/2014/main" id="{2C7CEDA4-4317-1A66-40E9-A4ED7B8ECC4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C10573D-D067-E55C-39C4-52D27C475DFF}"/>
              </a:ext>
            </a:extLst>
          </p:cNvPr>
          <p:cNvSpPr>
            <a:spLocks noGrp="1"/>
          </p:cNvSpPr>
          <p:nvPr>
            <p:ph type="sldNum" sz="quarter" idx="12"/>
          </p:nvPr>
        </p:nvSpPr>
        <p:spPr/>
        <p:txBody>
          <a:bodyPr/>
          <a:lstStyle/>
          <a:p>
            <a:fld id="{7882B27D-261C-4B7A-A13D-6DB31838EBAF}" type="slidenum">
              <a:rPr lang="en-GB" smtClean="0"/>
              <a:t>‹#›</a:t>
            </a:fld>
            <a:endParaRPr lang="en-GB"/>
          </a:p>
        </p:txBody>
      </p:sp>
    </p:spTree>
    <p:extLst>
      <p:ext uri="{BB962C8B-B14F-4D97-AF65-F5344CB8AC3E}">
        <p14:creationId xmlns:p14="http://schemas.microsoft.com/office/powerpoint/2010/main" val="2018994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B6EE1-822E-7547-8DE6-F4E5821947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538A76C-6841-719B-3CC8-EA9E09E690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0462A23-24F6-8BF4-EA1F-4C6B0BF42F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676F1A-CDEC-7C33-95BB-E3E79C1829B3}"/>
              </a:ext>
            </a:extLst>
          </p:cNvPr>
          <p:cNvSpPr>
            <a:spLocks noGrp="1"/>
          </p:cNvSpPr>
          <p:nvPr>
            <p:ph type="dt" sz="half" idx="10"/>
          </p:nvPr>
        </p:nvSpPr>
        <p:spPr/>
        <p:txBody>
          <a:bodyPr/>
          <a:lstStyle/>
          <a:p>
            <a:fld id="{664DDEA8-8551-4831-B6F5-25024FC3A564}" type="datetimeFigureOut">
              <a:rPr lang="en-GB" smtClean="0"/>
              <a:t>04/09/2026</a:t>
            </a:fld>
            <a:endParaRPr lang="en-GB"/>
          </a:p>
        </p:txBody>
      </p:sp>
      <p:sp>
        <p:nvSpPr>
          <p:cNvPr id="6" name="Footer Placeholder 5">
            <a:extLst>
              <a:ext uri="{FF2B5EF4-FFF2-40B4-BE49-F238E27FC236}">
                <a16:creationId xmlns:a16="http://schemas.microsoft.com/office/drawing/2014/main" id="{76FC0592-C898-1A3D-78B4-A181423BA2A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D8AFD08-953C-FE1B-EC07-4470ED3EC847}"/>
              </a:ext>
            </a:extLst>
          </p:cNvPr>
          <p:cNvSpPr>
            <a:spLocks noGrp="1"/>
          </p:cNvSpPr>
          <p:nvPr>
            <p:ph type="sldNum" sz="quarter" idx="12"/>
          </p:nvPr>
        </p:nvSpPr>
        <p:spPr/>
        <p:txBody>
          <a:bodyPr/>
          <a:lstStyle/>
          <a:p>
            <a:fld id="{7882B27D-261C-4B7A-A13D-6DB31838EBAF}" type="slidenum">
              <a:rPr lang="en-GB" smtClean="0"/>
              <a:t>‹#›</a:t>
            </a:fld>
            <a:endParaRPr lang="en-GB"/>
          </a:p>
        </p:txBody>
      </p:sp>
    </p:spTree>
    <p:extLst>
      <p:ext uri="{BB962C8B-B14F-4D97-AF65-F5344CB8AC3E}">
        <p14:creationId xmlns:p14="http://schemas.microsoft.com/office/powerpoint/2010/main" val="2432986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3DB83-D397-B4CA-91F2-91E6D2A911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D1E0ED0-F68D-B9FD-A242-7D19E0A2CA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137FA63-8D9A-3FB3-2058-8835612836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949CD6-4E5B-1C29-4F41-20490309233A}"/>
              </a:ext>
            </a:extLst>
          </p:cNvPr>
          <p:cNvSpPr>
            <a:spLocks noGrp="1"/>
          </p:cNvSpPr>
          <p:nvPr>
            <p:ph type="dt" sz="half" idx="10"/>
          </p:nvPr>
        </p:nvSpPr>
        <p:spPr/>
        <p:txBody>
          <a:bodyPr/>
          <a:lstStyle/>
          <a:p>
            <a:fld id="{664DDEA8-8551-4831-B6F5-25024FC3A564}" type="datetimeFigureOut">
              <a:rPr lang="en-GB" smtClean="0"/>
              <a:t>04/09/2026</a:t>
            </a:fld>
            <a:endParaRPr lang="en-GB"/>
          </a:p>
        </p:txBody>
      </p:sp>
      <p:sp>
        <p:nvSpPr>
          <p:cNvPr id="6" name="Footer Placeholder 5">
            <a:extLst>
              <a:ext uri="{FF2B5EF4-FFF2-40B4-BE49-F238E27FC236}">
                <a16:creationId xmlns:a16="http://schemas.microsoft.com/office/drawing/2014/main" id="{D95D68E1-8B76-40DA-6E64-24B1DCEAC00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C461C72-300E-DB9C-C9DD-9A5AF8497157}"/>
              </a:ext>
            </a:extLst>
          </p:cNvPr>
          <p:cNvSpPr>
            <a:spLocks noGrp="1"/>
          </p:cNvSpPr>
          <p:nvPr>
            <p:ph type="sldNum" sz="quarter" idx="12"/>
          </p:nvPr>
        </p:nvSpPr>
        <p:spPr/>
        <p:txBody>
          <a:bodyPr/>
          <a:lstStyle/>
          <a:p>
            <a:fld id="{7882B27D-261C-4B7A-A13D-6DB31838EBAF}" type="slidenum">
              <a:rPr lang="en-GB" smtClean="0"/>
              <a:t>‹#›</a:t>
            </a:fld>
            <a:endParaRPr lang="en-GB"/>
          </a:p>
        </p:txBody>
      </p:sp>
    </p:spTree>
    <p:extLst>
      <p:ext uri="{BB962C8B-B14F-4D97-AF65-F5344CB8AC3E}">
        <p14:creationId xmlns:p14="http://schemas.microsoft.com/office/powerpoint/2010/main" val="1672145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8D16A-1614-7806-EF6F-F35017FB742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D9257A7-FBA5-EF80-D27D-04D90EA321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3143040-B3EF-90D8-6CF9-8A4BFBC0E781}"/>
              </a:ext>
            </a:extLst>
          </p:cNvPr>
          <p:cNvSpPr>
            <a:spLocks noGrp="1"/>
          </p:cNvSpPr>
          <p:nvPr>
            <p:ph type="dt" sz="half" idx="10"/>
          </p:nvPr>
        </p:nvSpPr>
        <p:spPr/>
        <p:txBody>
          <a:bodyPr/>
          <a:lstStyle/>
          <a:p>
            <a:fld id="{664DDEA8-8551-4831-B6F5-25024FC3A564}" type="datetimeFigureOut">
              <a:rPr lang="en-GB" smtClean="0"/>
              <a:t>04/09/2026</a:t>
            </a:fld>
            <a:endParaRPr lang="en-GB"/>
          </a:p>
        </p:txBody>
      </p:sp>
      <p:sp>
        <p:nvSpPr>
          <p:cNvPr id="5" name="Footer Placeholder 4">
            <a:extLst>
              <a:ext uri="{FF2B5EF4-FFF2-40B4-BE49-F238E27FC236}">
                <a16:creationId xmlns:a16="http://schemas.microsoft.com/office/drawing/2014/main" id="{0CC1935F-2451-5DC8-15CD-29908A7417A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E3FFA18-1915-A26F-B84C-BED725945153}"/>
              </a:ext>
            </a:extLst>
          </p:cNvPr>
          <p:cNvSpPr>
            <a:spLocks noGrp="1"/>
          </p:cNvSpPr>
          <p:nvPr>
            <p:ph type="sldNum" sz="quarter" idx="12"/>
          </p:nvPr>
        </p:nvSpPr>
        <p:spPr/>
        <p:txBody>
          <a:bodyPr/>
          <a:lstStyle/>
          <a:p>
            <a:fld id="{7882B27D-261C-4B7A-A13D-6DB31838EBAF}" type="slidenum">
              <a:rPr lang="en-GB" smtClean="0"/>
              <a:t>‹#›</a:t>
            </a:fld>
            <a:endParaRPr lang="en-GB"/>
          </a:p>
        </p:txBody>
      </p:sp>
    </p:spTree>
    <p:extLst>
      <p:ext uri="{BB962C8B-B14F-4D97-AF65-F5344CB8AC3E}">
        <p14:creationId xmlns:p14="http://schemas.microsoft.com/office/powerpoint/2010/main" val="293761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3F2CA7-A4B6-703F-9ED0-8BDE58F3121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15E397B-CFFF-8FBE-A599-A3920F08A2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1AAABA5-0EDF-C53A-AD8D-878040578D46}"/>
              </a:ext>
            </a:extLst>
          </p:cNvPr>
          <p:cNvSpPr>
            <a:spLocks noGrp="1"/>
          </p:cNvSpPr>
          <p:nvPr>
            <p:ph type="dt" sz="half" idx="10"/>
          </p:nvPr>
        </p:nvSpPr>
        <p:spPr/>
        <p:txBody>
          <a:bodyPr/>
          <a:lstStyle/>
          <a:p>
            <a:fld id="{664DDEA8-8551-4831-B6F5-25024FC3A564}" type="datetimeFigureOut">
              <a:rPr lang="en-GB" smtClean="0"/>
              <a:t>04/09/2026</a:t>
            </a:fld>
            <a:endParaRPr lang="en-GB"/>
          </a:p>
        </p:txBody>
      </p:sp>
      <p:sp>
        <p:nvSpPr>
          <p:cNvPr id="5" name="Footer Placeholder 4">
            <a:extLst>
              <a:ext uri="{FF2B5EF4-FFF2-40B4-BE49-F238E27FC236}">
                <a16:creationId xmlns:a16="http://schemas.microsoft.com/office/drawing/2014/main" id="{912D4225-2588-847F-DA6A-99354818C0D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AA225FB-BF5B-2E93-6EF5-9AA8E75C1510}"/>
              </a:ext>
            </a:extLst>
          </p:cNvPr>
          <p:cNvSpPr>
            <a:spLocks noGrp="1"/>
          </p:cNvSpPr>
          <p:nvPr>
            <p:ph type="sldNum" sz="quarter" idx="12"/>
          </p:nvPr>
        </p:nvSpPr>
        <p:spPr/>
        <p:txBody>
          <a:bodyPr/>
          <a:lstStyle/>
          <a:p>
            <a:fld id="{7882B27D-261C-4B7A-A13D-6DB31838EBAF}" type="slidenum">
              <a:rPr lang="en-GB" smtClean="0"/>
              <a:t>‹#›</a:t>
            </a:fld>
            <a:endParaRPr lang="en-GB"/>
          </a:p>
        </p:txBody>
      </p:sp>
    </p:spTree>
    <p:extLst>
      <p:ext uri="{BB962C8B-B14F-4D97-AF65-F5344CB8AC3E}">
        <p14:creationId xmlns:p14="http://schemas.microsoft.com/office/powerpoint/2010/main" val="2918153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29A62C-AF82-B21F-9F41-1E55DE77F9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F388CFF-4502-2909-3ECC-2E45004EC7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205A508-4EB2-9C20-02BF-FF03BEE463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64DDEA8-8551-4831-B6F5-25024FC3A564}" type="datetimeFigureOut">
              <a:rPr lang="en-GB" smtClean="0"/>
              <a:t>04/09/2026</a:t>
            </a:fld>
            <a:endParaRPr lang="en-GB"/>
          </a:p>
        </p:txBody>
      </p:sp>
      <p:sp>
        <p:nvSpPr>
          <p:cNvPr id="5" name="Footer Placeholder 4">
            <a:extLst>
              <a:ext uri="{FF2B5EF4-FFF2-40B4-BE49-F238E27FC236}">
                <a16:creationId xmlns:a16="http://schemas.microsoft.com/office/drawing/2014/main" id="{EDE854D1-694C-629D-0035-680F066DF6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3D20209F-C6E8-AABA-0920-DD87C8C81F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82B27D-261C-4B7A-A13D-6DB31838EBAF}" type="slidenum">
              <a:rPr lang="en-GB" smtClean="0"/>
              <a:t>‹#›</a:t>
            </a:fld>
            <a:endParaRPr lang="en-GB"/>
          </a:p>
        </p:txBody>
      </p:sp>
    </p:spTree>
    <p:extLst>
      <p:ext uri="{BB962C8B-B14F-4D97-AF65-F5344CB8AC3E}">
        <p14:creationId xmlns:p14="http://schemas.microsoft.com/office/powerpoint/2010/main" val="18680679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5.png"/><Relationship Id="rId1" Type="http://schemas.openxmlformats.org/officeDocument/2006/relationships/slideLayout" Target="../slideLayouts/slideLayout5.xml"/><Relationship Id="rId5" Type="http://schemas.openxmlformats.org/officeDocument/2006/relationships/image" Target="../media/image4.jp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0.emf"/></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7.png"/><Relationship Id="rId1" Type="http://schemas.openxmlformats.org/officeDocument/2006/relationships/slideLayout" Target="../slideLayouts/slideLayout5.xml"/><Relationship Id="rId5" Type="http://schemas.openxmlformats.org/officeDocument/2006/relationships/image" Target="../media/image12.jp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 Id="rId5" Type="http://schemas.openxmlformats.org/officeDocument/2006/relationships/image" Target="../media/image14.jpg"/><Relationship Id="rId4" Type="http://schemas.openxmlformats.org/officeDocument/2006/relationships/image" Target="../media/image13.jp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5.png"/><Relationship Id="rId1" Type="http://schemas.openxmlformats.org/officeDocument/2006/relationships/slideLayout" Target="../slideLayouts/slideLayout5.xml"/><Relationship Id="rId5" Type="http://schemas.openxmlformats.org/officeDocument/2006/relationships/image" Target="../media/image17.jpg"/><Relationship Id="rId4" Type="http://schemas.openxmlformats.org/officeDocument/2006/relationships/image" Target="../media/image16.jp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5.xml"/><Relationship Id="rId5" Type="http://schemas.openxmlformats.org/officeDocument/2006/relationships/image" Target="../media/image22.jpg"/><Relationship Id="rId4" Type="http://schemas.openxmlformats.org/officeDocument/2006/relationships/image" Target="../media/image2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9B1BD-CB6B-2984-F296-6E0A800BF6A1}"/>
              </a:ext>
            </a:extLst>
          </p:cNvPr>
          <p:cNvSpPr>
            <a:spLocks noGrp="1"/>
          </p:cNvSpPr>
          <p:nvPr>
            <p:ph type="ctrTitle"/>
          </p:nvPr>
        </p:nvSpPr>
        <p:spPr>
          <a:xfrm>
            <a:off x="2413415" y="1471535"/>
            <a:ext cx="8464447" cy="1957465"/>
          </a:xfrm>
        </p:spPr>
        <p:txBody>
          <a:bodyPr>
            <a:normAutofit/>
          </a:bodyPr>
          <a:lstStyle/>
          <a:p>
            <a:r>
              <a:rPr lang="en-GB" sz="4000" b="1" dirty="0"/>
              <a:t>Non-Local Equilibrium vs Noise:</a:t>
            </a:r>
            <a:br>
              <a:rPr lang="en-GB" sz="4000" b="1" dirty="0"/>
            </a:br>
            <a:r>
              <a:rPr lang="en-GB" sz="4000" b="1" dirty="0"/>
              <a:t>Direct Simulation Monte Carlo of Rarefied Gases</a:t>
            </a:r>
            <a:endParaRPr lang="en-GB" b="1" dirty="0"/>
          </a:p>
        </p:txBody>
      </p:sp>
      <p:sp>
        <p:nvSpPr>
          <p:cNvPr id="3" name="Subtitle 2">
            <a:extLst>
              <a:ext uri="{FF2B5EF4-FFF2-40B4-BE49-F238E27FC236}">
                <a16:creationId xmlns:a16="http://schemas.microsoft.com/office/drawing/2014/main" id="{87D70955-7169-3BCA-C8F6-4111E04C65A3}"/>
              </a:ext>
            </a:extLst>
          </p:cNvPr>
          <p:cNvSpPr>
            <a:spLocks noGrp="1"/>
          </p:cNvSpPr>
          <p:nvPr>
            <p:ph type="subTitle" idx="1"/>
          </p:nvPr>
        </p:nvSpPr>
        <p:spPr>
          <a:xfrm>
            <a:off x="2018676" y="3916894"/>
            <a:ext cx="9144000" cy="1469571"/>
          </a:xfrm>
        </p:spPr>
        <p:txBody>
          <a:bodyPr>
            <a:normAutofit/>
          </a:bodyPr>
          <a:lstStyle/>
          <a:p>
            <a:r>
              <a:rPr lang="en-GB" b="1" dirty="0">
                <a:solidFill>
                  <a:schemeClr val="tx2">
                    <a:lumMod val="75000"/>
                    <a:lumOff val="25000"/>
                  </a:schemeClr>
                </a:solidFill>
                <a:highlight>
                  <a:srgbClr val="FFFF00"/>
                </a:highlight>
              </a:rPr>
              <a:t>David A. Aji </a:t>
            </a:r>
            <a:r>
              <a:rPr lang="en-GB" b="1" dirty="0">
                <a:solidFill>
                  <a:schemeClr val="tx2">
                    <a:lumMod val="75000"/>
                    <a:lumOff val="25000"/>
                  </a:schemeClr>
                </a:solidFill>
              </a:rPr>
              <a:t>and S. Kokou Dadzie </a:t>
            </a:r>
          </a:p>
          <a:p>
            <a:r>
              <a:rPr lang="en-GB" b="1" dirty="0">
                <a:solidFill>
                  <a:schemeClr val="tx2">
                    <a:lumMod val="75000"/>
                    <a:lumOff val="25000"/>
                  </a:schemeClr>
                </a:solidFill>
              </a:rPr>
              <a:t>School of Engineering and Physical Sciences, Heriot-Watt University, Edinburgh, EH14 4AS Scotland, UK</a:t>
            </a:r>
          </a:p>
        </p:txBody>
      </p:sp>
      <p:pic>
        <p:nvPicPr>
          <p:cNvPr id="5" name="Picture 4">
            <a:extLst>
              <a:ext uri="{FF2B5EF4-FFF2-40B4-BE49-F238E27FC236}">
                <a16:creationId xmlns:a16="http://schemas.microsoft.com/office/drawing/2014/main" id="{FDF8A1C5-4F3F-002C-D1C4-234FC241B0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13430" y="215106"/>
            <a:ext cx="1990659" cy="1093567"/>
          </a:xfrm>
          <a:prstGeom prst="rect">
            <a:avLst/>
          </a:prstGeom>
        </p:spPr>
      </p:pic>
      <p:pic>
        <p:nvPicPr>
          <p:cNvPr id="7" name="Picture 6">
            <a:extLst>
              <a:ext uri="{FF2B5EF4-FFF2-40B4-BE49-F238E27FC236}">
                <a16:creationId xmlns:a16="http://schemas.microsoft.com/office/drawing/2014/main" id="{46CA9CDB-BFAB-CE0F-ECEF-DADF4D6D92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04" y="5208549"/>
            <a:ext cx="1469571" cy="1469571"/>
          </a:xfrm>
          <a:prstGeom prst="rect">
            <a:avLst/>
          </a:prstGeom>
        </p:spPr>
      </p:pic>
      <p:sp>
        <p:nvSpPr>
          <p:cNvPr id="4" name="TextBox 3">
            <a:extLst>
              <a:ext uri="{FF2B5EF4-FFF2-40B4-BE49-F238E27FC236}">
                <a16:creationId xmlns:a16="http://schemas.microsoft.com/office/drawing/2014/main" id="{B7507C37-DD00-8ED0-0207-618734B48CD7}"/>
              </a:ext>
            </a:extLst>
          </p:cNvPr>
          <p:cNvSpPr txBox="1"/>
          <p:nvPr/>
        </p:nvSpPr>
        <p:spPr>
          <a:xfrm>
            <a:off x="2633277" y="5621311"/>
            <a:ext cx="7425944" cy="369332"/>
          </a:xfrm>
          <a:prstGeom prst="rect">
            <a:avLst/>
          </a:prstGeom>
          <a:noFill/>
        </p:spPr>
        <p:txBody>
          <a:bodyPr wrap="none" rtlCol="0">
            <a:spAutoFit/>
          </a:bodyPr>
          <a:lstStyle/>
          <a:p>
            <a:r>
              <a:rPr lang="fr-FR" b="1" u="sng" dirty="0">
                <a:solidFill>
                  <a:schemeClr val="accent1"/>
                </a:solidFill>
              </a:rPr>
              <a:t>Journal:</a:t>
            </a:r>
            <a:r>
              <a:rPr lang="fr-FR" b="1" dirty="0">
                <a:solidFill>
                  <a:schemeClr val="accent1"/>
                </a:solidFill>
              </a:rPr>
              <a:t> </a:t>
            </a:r>
            <a:r>
              <a:rPr lang="fr-FR" b="1" dirty="0" err="1">
                <a:solidFill>
                  <a:schemeClr val="accent1"/>
                </a:solidFill>
              </a:rPr>
              <a:t>Frontiers</a:t>
            </a:r>
            <a:r>
              <a:rPr lang="fr-FR" b="1" dirty="0">
                <a:solidFill>
                  <a:schemeClr val="accent1"/>
                </a:solidFill>
              </a:rPr>
              <a:t> in </a:t>
            </a:r>
            <a:r>
              <a:rPr lang="fr-FR" b="1" dirty="0" err="1">
                <a:solidFill>
                  <a:schemeClr val="accent1"/>
                </a:solidFill>
              </a:rPr>
              <a:t>Mechanical</a:t>
            </a:r>
            <a:r>
              <a:rPr lang="fr-FR" b="1" dirty="0">
                <a:solidFill>
                  <a:schemeClr val="accent1"/>
                </a:solidFill>
              </a:rPr>
              <a:t> Engineering, </a:t>
            </a:r>
            <a:r>
              <a:rPr lang="fr-FR" b="1" dirty="0" err="1">
                <a:solidFill>
                  <a:schemeClr val="accent1"/>
                </a:solidFill>
              </a:rPr>
              <a:t>may</a:t>
            </a:r>
            <a:r>
              <a:rPr lang="fr-FR" b="1" dirty="0">
                <a:solidFill>
                  <a:schemeClr val="accent1"/>
                </a:solidFill>
              </a:rPr>
              <a:t> </a:t>
            </a:r>
            <a:r>
              <a:rPr lang="fr-FR" b="1" dirty="0" err="1">
                <a:solidFill>
                  <a:schemeClr val="accent1"/>
                </a:solidFill>
              </a:rPr>
              <a:t>be</a:t>
            </a:r>
            <a:r>
              <a:rPr lang="fr-FR" b="1" dirty="0">
                <a:solidFill>
                  <a:schemeClr val="accent1"/>
                </a:solidFill>
              </a:rPr>
              <a:t> </a:t>
            </a:r>
            <a:r>
              <a:rPr lang="fr-FR" b="1" dirty="0" err="1">
                <a:solidFill>
                  <a:schemeClr val="accent1"/>
                </a:solidFill>
              </a:rPr>
              <a:t>published</a:t>
            </a:r>
            <a:r>
              <a:rPr lang="fr-FR" b="1" dirty="0">
                <a:solidFill>
                  <a:schemeClr val="accent1"/>
                </a:solidFill>
              </a:rPr>
              <a:t> (2026)</a:t>
            </a:r>
          </a:p>
        </p:txBody>
      </p:sp>
    </p:spTree>
    <p:extLst>
      <p:ext uri="{BB962C8B-B14F-4D97-AF65-F5344CB8AC3E}">
        <p14:creationId xmlns:p14="http://schemas.microsoft.com/office/powerpoint/2010/main" val="1144176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705E6-899B-E97C-E9D9-EEEA62A7C0A1}"/>
              </a:ext>
            </a:extLst>
          </p:cNvPr>
          <p:cNvSpPr>
            <a:spLocks noGrp="1"/>
          </p:cNvSpPr>
          <p:nvPr>
            <p:ph type="title"/>
          </p:nvPr>
        </p:nvSpPr>
        <p:spPr>
          <a:xfrm>
            <a:off x="4071256" y="1"/>
            <a:ext cx="7284131" cy="1110344"/>
          </a:xfrm>
        </p:spPr>
        <p:txBody>
          <a:bodyPr>
            <a:normAutofit/>
          </a:bodyPr>
          <a:lstStyle/>
          <a:p>
            <a:r>
              <a:rPr lang="en-GB" sz="4000" b="1" dirty="0"/>
              <a:t>‘Noise’ in DSMC</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9E09E83-AF48-93B6-070D-CA6F143EA56E}"/>
                  </a:ext>
                </a:extLst>
              </p:cNvPr>
              <p:cNvSpPr>
                <a:spLocks noGrp="1"/>
              </p:cNvSpPr>
              <p:nvPr>
                <p:ph type="body" idx="1"/>
              </p:nvPr>
            </p:nvSpPr>
            <p:spPr>
              <a:xfrm>
                <a:off x="217714" y="1077686"/>
                <a:ext cx="5878286" cy="1110344"/>
              </a:xfrm>
            </p:spPr>
            <p:txBody>
              <a:bodyPr>
                <a:normAutofit/>
              </a:bodyPr>
              <a:lstStyle/>
              <a:p>
                <a:r>
                  <a:rPr lang="en-GB" sz="2000" b="0" dirty="0"/>
                  <a:t>Fig 3: Slip velocity magnitude, </a:t>
                </a:r>
                <a14:m>
                  <m:oMath xmlns:m="http://schemas.openxmlformats.org/officeDocument/2006/math">
                    <m:sSub>
                      <m:sSubPr>
                        <m:ctrlPr>
                          <a:rPr lang="en-GB" sz="2000" b="0" i="1">
                            <a:latin typeface="Cambria Math" panose="02040503050406030204" pitchFamily="18" charset="0"/>
                          </a:rPr>
                        </m:ctrlPr>
                      </m:sSubPr>
                      <m:e>
                        <m:r>
                          <a:rPr lang="en-GB" sz="2000" b="0" i="1">
                            <a:latin typeface="Cambria Math" panose="02040503050406030204" pitchFamily="18" charset="0"/>
                          </a:rPr>
                          <m:t>𝐾</m:t>
                        </m:r>
                      </m:e>
                      <m:sub>
                        <m:r>
                          <a:rPr lang="en-GB" sz="2000" b="0" i="1">
                            <a:latin typeface="Cambria Math" panose="02040503050406030204" pitchFamily="18" charset="0"/>
                          </a:rPr>
                          <m:t>𝑛</m:t>
                        </m:r>
                      </m:sub>
                    </m:sSub>
                    <m:r>
                      <a:rPr lang="en-GB" sz="2000" b="0" i="1">
                        <a:latin typeface="Cambria Math" panose="02040503050406030204" pitchFamily="18" charset="0"/>
                      </a:rPr>
                      <m:t>=</m:t>
                    </m:r>
                    <m:r>
                      <a:rPr lang="en-GB" sz="2000" b="0" i="1" smtClean="0">
                        <a:latin typeface="Cambria Math" panose="02040503050406030204" pitchFamily="18" charset="0"/>
                      </a:rPr>
                      <m:t>0.05</m:t>
                    </m:r>
                    <m:r>
                      <a:rPr lang="en-GB" sz="2000" b="0" i="1">
                        <a:latin typeface="Cambria Math" panose="02040503050406030204" pitchFamily="18" charset="0"/>
                      </a:rPr>
                      <m:t>,  </m:t>
                    </m:r>
                    <m:r>
                      <a:rPr lang="en-GB" sz="2000" b="0" i="1">
                        <a:latin typeface="Cambria Math" panose="02040503050406030204" pitchFamily="18" charset="0"/>
                      </a:rPr>
                      <m:t>𝑀𝑎</m:t>
                    </m:r>
                    <m:r>
                      <a:rPr lang="en-GB" sz="2000" b="0" i="1">
                        <a:latin typeface="Cambria Math" panose="02040503050406030204" pitchFamily="18" charset="0"/>
                      </a:rPr>
                      <m:t>=2</m:t>
                    </m:r>
                    <m:r>
                      <a:rPr lang="en-GB" sz="2000" b="0" i="0" smtClean="0">
                        <a:latin typeface="Cambria Math" panose="02040503050406030204" pitchFamily="18" charset="0"/>
                      </a:rPr>
                      <m:t>.</m:t>
                    </m:r>
                  </m:oMath>
                </a14:m>
                <a:endParaRPr lang="en-GB" sz="2000" dirty="0"/>
              </a:p>
              <a:p>
                <a:endParaRPr lang="en-GB" dirty="0"/>
              </a:p>
            </p:txBody>
          </p:sp>
        </mc:Choice>
        <mc:Fallback xmlns="">
          <p:sp>
            <p:nvSpPr>
              <p:cNvPr id="3" name="Text Placeholder 2">
                <a:extLst>
                  <a:ext uri="{FF2B5EF4-FFF2-40B4-BE49-F238E27FC236}">
                    <a16:creationId xmlns:a16="http://schemas.microsoft.com/office/drawing/2014/main" id="{59E09E83-AF48-93B6-070D-CA6F143EA56E}"/>
                  </a:ext>
                </a:extLst>
              </p:cNvPr>
              <p:cNvSpPr>
                <a:spLocks noGrp="1" noRot="1" noChangeAspect="1" noMove="1" noResize="1" noEditPoints="1" noAdjustHandles="1" noChangeArrowheads="1" noChangeShapeType="1" noTextEdit="1"/>
              </p:cNvSpPr>
              <p:nvPr>
                <p:ph type="body" idx="1"/>
              </p:nvPr>
            </p:nvSpPr>
            <p:spPr>
              <a:xfrm>
                <a:off x="217714" y="1077686"/>
                <a:ext cx="5878286" cy="1110344"/>
              </a:xfrm>
              <a:blipFill>
                <a:blip r:embed="rId2"/>
                <a:stretch>
                  <a:fillRect l="-1141"/>
                </a:stretch>
              </a:blipFill>
            </p:spPr>
            <p:txBody>
              <a:bodyPr/>
              <a:lstStyle/>
              <a:p>
                <a:r>
                  <a:rPr lang="en-GB">
                    <a:noFill/>
                  </a:rPr>
                  <a:t> </a:t>
                </a:r>
              </a:p>
            </p:txBody>
          </p:sp>
        </mc:Fallback>
      </mc:AlternateContent>
      <p:pic>
        <p:nvPicPr>
          <p:cNvPr id="8" name="Content Placeholder 7">
            <a:extLst>
              <a:ext uri="{FF2B5EF4-FFF2-40B4-BE49-F238E27FC236}">
                <a16:creationId xmlns:a16="http://schemas.microsoft.com/office/drawing/2014/main" id="{C608C365-833B-5605-475B-2889282ED78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962289" y="1822903"/>
            <a:ext cx="4912784" cy="3684589"/>
          </a:xfrm>
          <a:prstGeom prst="rect">
            <a:avLst/>
          </a:prstGeom>
        </p:spPr>
      </p:pic>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09864002-40AB-64F7-9105-4FFFC93A9A26}"/>
                  </a:ext>
                </a:extLst>
              </p:cNvPr>
              <p:cNvSpPr>
                <a:spLocks noGrp="1"/>
              </p:cNvSpPr>
              <p:nvPr>
                <p:ph type="body" sz="quarter" idx="3"/>
              </p:nvPr>
            </p:nvSpPr>
            <p:spPr>
              <a:xfrm>
                <a:off x="6172200" y="1077687"/>
                <a:ext cx="5421086" cy="1110344"/>
              </a:xfrm>
            </p:spPr>
            <p:txBody>
              <a:bodyPr>
                <a:normAutofit/>
              </a:bodyPr>
              <a:lstStyle/>
              <a:p>
                <a:r>
                  <a:rPr lang="en-GB" sz="2000" b="0" dirty="0"/>
                  <a:t>Fig 4: Slip velocity magnitude, </a:t>
                </a:r>
                <a14:m>
                  <m:oMath xmlns:m="http://schemas.openxmlformats.org/officeDocument/2006/math">
                    <m:sSub>
                      <m:sSubPr>
                        <m:ctrlPr>
                          <a:rPr lang="en-GB" sz="2000" b="0" i="1">
                            <a:latin typeface="Cambria Math" panose="02040503050406030204" pitchFamily="18" charset="0"/>
                          </a:rPr>
                        </m:ctrlPr>
                      </m:sSubPr>
                      <m:e>
                        <m:r>
                          <a:rPr lang="en-GB" sz="2000" b="0" i="1">
                            <a:latin typeface="Cambria Math" panose="02040503050406030204" pitchFamily="18" charset="0"/>
                          </a:rPr>
                          <m:t>𝐾</m:t>
                        </m:r>
                      </m:e>
                      <m:sub>
                        <m:r>
                          <a:rPr lang="en-GB" sz="2000" b="0" i="1">
                            <a:latin typeface="Cambria Math" panose="02040503050406030204" pitchFamily="18" charset="0"/>
                          </a:rPr>
                          <m:t>𝑛</m:t>
                        </m:r>
                      </m:sub>
                    </m:sSub>
                    <m:r>
                      <a:rPr lang="en-GB" sz="2000" b="0" i="1">
                        <a:latin typeface="Cambria Math" panose="02040503050406030204" pitchFamily="18" charset="0"/>
                      </a:rPr>
                      <m:t>=2,  </m:t>
                    </m:r>
                    <m:r>
                      <a:rPr lang="en-GB" sz="2000" b="0" i="1">
                        <a:latin typeface="Cambria Math" panose="02040503050406030204" pitchFamily="18" charset="0"/>
                      </a:rPr>
                      <m:t>𝑀𝑎</m:t>
                    </m:r>
                    <m:r>
                      <a:rPr lang="en-GB" sz="2000" b="0" i="1">
                        <a:latin typeface="Cambria Math" panose="02040503050406030204" pitchFamily="18" charset="0"/>
                      </a:rPr>
                      <m:t>=2.</m:t>
                    </m:r>
                  </m:oMath>
                </a14:m>
                <a:endParaRPr lang="en-GB" sz="2000" dirty="0"/>
              </a:p>
              <a:p>
                <a:endParaRPr lang="en-GB" dirty="0"/>
              </a:p>
            </p:txBody>
          </p:sp>
        </mc:Choice>
        <mc:Fallback xmlns="">
          <p:sp>
            <p:nvSpPr>
              <p:cNvPr id="5" name="Text Placeholder 4">
                <a:extLst>
                  <a:ext uri="{FF2B5EF4-FFF2-40B4-BE49-F238E27FC236}">
                    <a16:creationId xmlns:a16="http://schemas.microsoft.com/office/drawing/2014/main" id="{09864002-40AB-64F7-9105-4FFFC93A9A26}"/>
                  </a:ext>
                </a:extLst>
              </p:cNvPr>
              <p:cNvSpPr>
                <a:spLocks noGrp="1" noRot="1" noChangeAspect="1" noMove="1" noResize="1" noEditPoints="1" noAdjustHandles="1" noChangeArrowheads="1" noChangeShapeType="1" noTextEdit="1"/>
              </p:cNvSpPr>
              <p:nvPr>
                <p:ph type="body" sz="quarter" idx="3"/>
              </p:nvPr>
            </p:nvSpPr>
            <p:spPr>
              <a:xfrm>
                <a:off x="6172200" y="1077687"/>
                <a:ext cx="5421086" cy="1110344"/>
              </a:xfrm>
              <a:blipFill>
                <a:blip r:embed="rId4"/>
                <a:stretch>
                  <a:fillRect l="-1237"/>
                </a:stretch>
              </a:blipFill>
            </p:spPr>
            <p:txBody>
              <a:bodyPr/>
              <a:lstStyle/>
              <a:p>
                <a:r>
                  <a:rPr lang="en-GB">
                    <a:noFill/>
                  </a:rPr>
                  <a:t> </a:t>
                </a:r>
              </a:p>
            </p:txBody>
          </p:sp>
        </mc:Fallback>
      </mc:AlternateContent>
      <p:pic>
        <p:nvPicPr>
          <p:cNvPr id="10" name="Content Placeholder 9">
            <a:extLst>
              <a:ext uri="{FF2B5EF4-FFF2-40B4-BE49-F238E27FC236}">
                <a16:creationId xmlns:a16="http://schemas.microsoft.com/office/drawing/2014/main" id="{29CE54F1-285A-D4A7-65B0-9BB92CC793BB}"/>
              </a:ext>
            </a:extLst>
          </p:cNvPr>
          <p:cNvPicPr>
            <a:picLocks noGrp="1" noChangeAspect="1"/>
          </p:cNvPicPr>
          <p:nvPr>
            <p:ph sz="quarter" idx="4"/>
          </p:nvPr>
        </p:nvPicPr>
        <p:blipFill>
          <a:blip r:embed="rId5">
            <a:extLst>
              <a:ext uri="{28A0092B-C50C-407E-A947-70E740481C1C}">
                <a14:useLocalDpi xmlns:a14="http://schemas.microsoft.com/office/drawing/2010/main" val="0"/>
              </a:ext>
            </a:extLst>
          </a:blip>
          <a:stretch>
            <a:fillRect/>
          </a:stretch>
        </p:blipFill>
        <p:spPr>
          <a:xfrm>
            <a:off x="6307402" y="1779362"/>
            <a:ext cx="4912784" cy="3684588"/>
          </a:xfrm>
          <a:prstGeom prst="rect">
            <a:avLst/>
          </a:prstGeom>
        </p:spPr>
      </p:pic>
      <p:sp>
        <p:nvSpPr>
          <p:cNvPr id="4" name="Content Placeholder 2">
            <a:extLst>
              <a:ext uri="{FF2B5EF4-FFF2-40B4-BE49-F238E27FC236}">
                <a16:creationId xmlns:a16="http://schemas.microsoft.com/office/drawing/2014/main" id="{74D0B619-4A31-7D38-7BC0-94BF7103F13E}"/>
              </a:ext>
            </a:extLst>
          </p:cNvPr>
          <p:cNvSpPr txBox="1">
            <a:spLocks/>
          </p:cNvSpPr>
          <p:nvPr/>
        </p:nvSpPr>
        <p:spPr>
          <a:xfrm>
            <a:off x="1074055" y="5544456"/>
            <a:ext cx="10508343" cy="12232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2400" dirty="0">
                <a:solidFill>
                  <a:srgbClr val="C00000"/>
                </a:solidFill>
                <a:highlight>
                  <a:srgbClr val="FFFF00"/>
                </a:highlight>
                <a:latin typeface="Times New Roman" panose="02020603050405020304" pitchFamily="18" charset="0"/>
                <a:cs typeface="Times New Roman" panose="02020603050405020304" pitchFamily="18" charset="0"/>
              </a:rPr>
              <a:t>Rarefied gas DSMC noise increases as the flow's Knudsen number rises. Are these normal statistical noises?</a:t>
            </a:r>
            <a:endParaRPr lang="en-GB" sz="2400" dirty="0">
              <a:solidFill>
                <a:srgbClr val="C00000"/>
              </a:solidFill>
              <a:highlight>
                <a:srgbClr val="FFFF00"/>
              </a:highlight>
            </a:endParaRPr>
          </a:p>
        </p:txBody>
      </p:sp>
    </p:spTree>
    <p:extLst>
      <p:ext uri="{BB962C8B-B14F-4D97-AF65-F5344CB8AC3E}">
        <p14:creationId xmlns:p14="http://schemas.microsoft.com/office/powerpoint/2010/main" val="2721059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F606C-85D6-303B-21DF-8D339A34F229}"/>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0B37FD3-21DF-26E7-220D-D37C55D1B877}"/>
              </a:ext>
            </a:extLst>
          </p:cNvPr>
          <p:cNvSpPr>
            <a:spLocks noGrp="1"/>
          </p:cNvSpPr>
          <p:nvPr>
            <p:ph idx="1"/>
          </p:nvPr>
        </p:nvSpPr>
        <p:spPr>
          <a:xfrm>
            <a:off x="1201058" y="1537494"/>
            <a:ext cx="8726714" cy="4824752"/>
          </a:xfrm>
        </p:spPr>
        <p:txBody>
          <a:bodyPr>
            <a:normAutofit fontScale="92500"/>
          </a:bodyPr>
          <a:lstStyle/>
          <a:p>
            <a:pPr algn="just">
              <a:buFont typeface="Wingdings" panose="05000000000000000000" pitchFamily="2" charset="2"/>
              <a:buChar char="Ø"/>
            </a:pPr>
            <a:r>
              <a:rPr lang="en-GB" sz="2400" b="1" dirty="0">
                <a:solidFill>
                  <a:srgbClr val="000000"/>
                </a:solidFill>
              </a:rPr>
              <a:t>Kumar et al. Journal of Spacecraft and Rockets (2018), applied a post-processing technique based on POD to denoise DSMC data.</a:t>
            </a:r>
          </a:p>
          <a:p>
            <a:pPr marL="0" indent="0" algn="just">
              <a:buNone/>
            </a:pPr>
            <a:r>
              <a:rPr lang="en-GB" sz="2400" dirty="0">
                <a:solidFill>
                  <a:srgbClr val="000000"/>
                </a:solidFill>
              </a:rPr>
              <a:t>	Variables such as velocity, pressure, temperature, and 	Mach number were compared before and after post-	processing, and the algorithm achieved converged, low-	scatter results in less computation time.</a:t>
            </a:r>
          </a:p>
          <a:p>
            <a:pPr marL="0" indent="0" algn="just">
              <a:buNone/>
            </a:pPr>
            <a:endParaRPr lang="en-GB" sz="2400" dirty="0">
              <a:solidFill>
                <a:srgbClr val="000000"/>
              </a:solidFill>
            </a:endParaRPr>
          </a:p>
          <a:p>
            <a:pPr algn="just">
              <a:buFont typeface="Wingdings" panose="05000000000000000000" pitchFamily="2" charset="2"/>
              <a:buChar char="Ø"/>
            </a:pPr>
            <a:r>
              <a:rPr lang="en-GB" sz="2400" b="1" dirty="0">
                <a:solidFill>
                  <a:srgbClr val="000000"/>
                </a:solidFill>
              </a:rPr>
              <a:t>M. Sadr and N. G. </a:t>
            </a:r>
            <a:r>
              <a:rPr lang="en-GB" sz="2400" b="1" dirty="0" err="1">
                <a:solidFill>
                  <a:srgbClr val="000000"/>
                </a:solidFill>
              </a:rPr>
              <a:t>Hadjiconstantinou</a:t>
            </a:r>
            <a:r>
              <a:rPr lang="en-GB" sz="2400" b="1" dirty="0">
                <a:solidFill>
                  <a:srgbClr val="000000"/>
                </a:solidFill>
              </a:rPr>
              <a:t>, A variance-reduced direct monte </a:t>
            </a:r>
            <a:r>
              <a:rPr lang="en-GB" sz="2400" b="1" dirty="0" err="1">
                <a:solidFill>
                  <a:srgbClr val="000000"/>
                </a:solidFill>
              </a:rPr>
              <a:t>carlo</a:t>
            </a:r>
            <a:r>
              <a:rPr lang="en-GB" sz="2400" b="1" dirty="0">
                <a:solidFill>
                  <a:srgbClr val="000000"/>
                </a:solidFill>
              </a:rPr>
              <a:t> simulation, Journal of Computational Physics 472, 111677 (2023)</a:t>
            </a:r>
          </a:p>
          <a:p>
            <a:pPr marL="0" indent="0" algn="just">
              <a:buNone/>
            </a:pPr>
            <a:r>
              <a:rPr lang="en-GB" sz="2400" dirty="0">
                <a:solidFill>
                  <a:srgbClr val="000000"/>
                </a:solidFill>
              </a:rPr>
              <a:t> </a:t>
            </a:r>
          </a:p>
          <a:p>
            <a:pPr marL="0" indent="0" algn="just">
              <a:buNone/>
            </a:pPr>
            <a:r>
              <a:rPr lang="fr-FR" sz="2400" dirty="0"/>
              <a:t>	</a:t>
            </a:r>
            <a:r>
              <a:rPr lang="en-GB" sz="2400" dirty="0"/>
              <a:t>This is a stronger modification to the DSMC method 	itself.</a:t>
            </a:r>
            <a:endParaRPr lang="en-GB" sz="2400" b="0" dirty="0">
              <a:solidFill>
                <a:srgbClr val="000000"/>
              </a:solidFill>
            </a:endParaRPr>
          </a:p>
        </p:txBody>
      </p:sp>
      <p:sp>
        <p:nvSpPr>
          <p:cNvPr id="8" name="Title 1">
            <a:extLst>
              <a:ext uri="{FF2B5EF4-FFF2-40B4-BE49-F238E27FC236}">
                <a16:creationId xmlns:a16="http://schemas.microsoft.com/office/drawing/2014/main" id="{14E11018-4BDF-7BF0-0D6D-15FB0F0404D6}"/>
              </a:ext>
            </a:extLst>
          </p:cNvPr>
          <p:cNvSpPr>
            <a:spLocks noGrp="1"/>
          </p:cNvSpPr>
          <p:nvPr>
            <p:ph type="title"/>
          </p:nvPr>
        </p:nvSpPr>
        <p:spPr>
          <a:xfrm>
            <a:off x="406400" y="1"/>
            <a:ext cx="11495314" cy="1110344"/>
          </a:xfrm>
        </p:spPr>
        <p:txBody>
          <a:bodyPr>
            <a:normAutofit fontScale="90000"/>
          </a:bodyPr>
          <a:lstStyle/>
          <a:p>
            <a:r>
              <a:rPr lang="en-GB" b="1" dirty="0"/>
              <a:t>‘Noise’ in DSMC: Existing attempts in the literature</a:t>
            </a:r>
          </a:p>
        </p:txBody>
      </p:sp>
    </p:spTree>
    <p:extLst>
      <p:ext uri="{BB962C8B-B14F-4D97-AF65-F5344CB8AC3E}">
        <p14:creationId xmlns:p14="http://schemas.microsoft.com/office/powerpoint/2010/main" val="776258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36015-1090-14C9-A01F-A769D1BE0BEA}"/>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95BEBC2A-33D6-98EA-A85F-7E8DB945AB52}"/>
              </a:ext>
            </a:extLst>
          </p:cNvPr>
          <p:cNvSpPr>
            <a:spLocks noGrp="1"/>
          </p:cNvSpPr>
          <p:nvPr>
            <p:ph type="body" idx="1"/>
          </p:nvPr>
        </p:nvSpPr>
        <p:spPr>
          <a:xfrm>
            <a:off x="500743" y="1681163"/>
            <a:ext cx="11691257" cy="463323"/>
          </a:xfrm>
        </p:spPr>
        <p:txBody>
          <a:bodyPr>
            <a:normAutofit fontScale="92500"/>
          </a:bodyPr>
          <a:lstStyle/>
          <a:p>
            <a:r>
              <a:rPr lang="en-GB" sz="2800" b="0" i="1" dirty="0">
                <a:solidFill>
                  <a:srgbClr val="000000"/>
                </a:solidFill>
              </a:rPr>
              <a:t>Fig 7: Kumar et al.,  </a:t>
            </a:r>
            <a:r>
              <a:rPr lang="en-GB" sz="2800" b="0" i="1" dirty="0"/>
              <a:t>Journal of Spacecraft and Rockets, 55(4) 841-847 </a:t>
            </a:r>
            <a:r>
              <a:rPr lang="en-GB" sz="2800" b="0" i="1" dirty="0">
                <a:solidFill>
                  <a:srgbClr val="000000"/>
                </a:solidFill>
              </a:rPr>
              <a:t>(2018).</a:t>
            </a:r>
            <a:endParaRPr lang="en-GB" sz="2800" b="0" i="1" dirty="0"/>
          </a:p>
        </p:txBody>
      </p:sp>
      <p:sp>
        <p:nvSpPr>
          <p:cNvPr id="4" name="Content Placeholder 3">
            <a:extLst>
              <a:ext uri="{FF2B5EF4-FFF2-40B4-BE49-F238E27FC236}">
                <a16:creationId xmlns:a16="http://schemas.microsoft.com/office/drawing/2014/main" id="{FC7B1B2F-7DC4-E54C-A98A-8E7057B03577}"/>
              </a:ext>
            </a:extLst>
          </p:cNvPr>
          <p:cNvSpPr>
            <a:spLocks noGrp="1"/>
          </p:cNvSpPr>
          <p:nvPr>
            <p:ph sz="half" idx="2"/>
          </p:nvPr>
        </p:nvSpPr>
        <p:spPr/>
        <p:txBody>
          <a:bodyPr>
            <a:normAutofit/>
          </a:bodyPr>
          <a:lstStyle/>
          <a:p>
            <a:pPr marL="0" indent="0" algn="just">
              <a:buNone/>
            </a:pPr>
            <a:endParaRPr lang="en-GB" sz="2800" dirty="0">
              <a:solidFill>
                <a:srgbClr val="000000"/>
              </a:solidFill>
            </a:endParaRPr>
          </a:p>
          <a:p>
            <a:pPr marL="457200" indent="-457200" algn="just">
              <a:buFont typeface="Arial" panose="020B0604020202020204" pitchFamily="34" charset="0"/>
              <a:buChar char="•"/>
            </a:pPr>
            <a:endParaRPr lang="en-GB" sz="2800" dirty="0">
              <a:solidFill>
                <a:srgbClr val="000000"/>
              </a:solidFill>
            </a:endParaRPr>
          </a:p>
          <a:p>
            <a:pPr marL="457200" indent="-457200" algn="just">
              <a:buFont typeface="Arial" panose="020B0604020202020204" pitchFamily="34" charset="0"/>
              <a:buChar char="•"/>
            </a:pPr>
            <a:endParaRPr lang="en-GB" sz="2800" dirty="0">
              <a:solidFill>
                <a:srgbClr val="000000"/>
              </a:solidFill>
            </a:endParaRPr>
          </a:p>
          <a:p>
            <a:pPr algn="just"/>
            <a:endParaRPr lang="en-GB" sz="2800" dirty="0">
              <a:latin typeface="Times New Roman" panose="02020603050405020304" pitchFamily="18" charset="0"/>
              <a:cs typeface="Times New Roman" panose="02020603050405020304" pitchFamily="18" charset="0"/>
            </a:endParaRPr>
          </a:p>
        </p:txBody>
      </p:sp>
      <p:pic>
        <p:nvPicPr>
          <p:cNvPr id="16" name="Content Placeholder 15">
            <a:extLst>
              <a:ext uri="{FF2B5EF4-FFF2-40B4-BE49-F238E27FC236}">
                <a16:creationId xmlns:a16="http://schemas.microsoft.com/office/drawing/2014/main" id="{CAB079C6-077C-B8EE-E402-5C115D506E8F}"/>
              </a:ext>
            </a:extLst>
          </p:cNvPr>
          <p:cNvPicPr>
            <a:picLocks noGrp="1" noChangeAspect="1"/>
          </p:cNvPicPr>
          <p:nvPr>
            <p:ph sz="quarter" idx="4"/>
          </p:nvPr>
        </p:nvPicPr>
        <p:blipFill>
          <a:blip r:embed="rId2"/>
          <a:stretch>
            <a:fillRect/>
          </a:stretch>
        </p:blipFill>
        <p:spPr>
          <a:xfrm>
            <a:off x="6314850" y="2640013"/>
            <a:ext cx="5115150" cy="3627840"/>
          </a:xfrm>
          <a:prstGeom prst="rect">
            <a:avLst/>
          </a:prstGeom>
        </p:spPr>
      </p:pic>
      <p:pic>
        <p:nvPicPr>
          <p:cNvPr id="14" name="Picture 13">
            <a:extLst>
              <a:ext uri="{FF2B5EF4-FFF2-40B4-BE49-F238E27FC236}">
                <a16:creationId xmlns:a16="http://schemas.microsoft.com/office/drawing/2014/main" id="{5A37C557-46BA-5F5F-3129-A69DF71F415E}"/>
              </a:ext>
            </a:extLst>
          </p:cNvPr>
          <p:cNvPicPr>
            <a:picLocks noChangeAspect="1"/>
          </p:cNvPicPr>
          <p:nvPr/>
        </p:nvPicPr>
        <p:blipFill>
          <a:blip r:embed="rId3"/>
          <a:stretch>
            <a:fillRect/>
          </a:stretch>
        </p:blipFill>
        <p:spPr>
          <a:xfrm>
            <a:off x="665164" y="2625022"/>
            <a:ext cx="5115150" cy="3684588"/>
          </a:xfrm>
          <a:prstGeom prst="rect">
            <a:avLst/>
          </a:prstGeom>
        </p:spPr>
      </p:pic>
      <p:sp>
        <p:nvSpPr>
          <p:cNvPr id="8" name="Title 1">
            <a:extLst>
              <a:ext uri="{FF2B5EF4-FFF2-40B4-BE49-F238E27FC236}">
                <a16:creationId xmlns:a16="http://schemas.microsoft.com/office/drawing/2014/main" id="{65BB277C-920C-F2F9-C155-BAC475E73ED9}"/>
              </a:ext>
            </a:extLst>
          </p:cNvPr>
          <p:cNvSpPr>
            <a:spLocks noGrp="1"/>
          </p:cNvSpPr>
          <p:nvPr>
            <p:ph type="title"/>
          </p:nvPr>
        </p:nvSpPr>
        <p:spPr>
          <a:xfrm>
            <a:off x="406400" y="1"/>
            <a:ext cx="11495314" cy="1110344"/>
          </a:xfrm>
        </p:spPr>
        <p:txBody>
          <a:bodyPr>
            <a:normAutofit fontScale="90000"/>
          </a:bodyPr>
          <a:lstStyle/>
          <a:p>
            <a:r>
              <a:rPr lang="en-GB" b="1" dirty="0"/>
              <a:t>‘Noise’ in DSMC: Existing attempts in the literature</a:t>
            </a:r>
          </a:p>
        </p:txBody>
      </p:sp>
    </p:spTree>
    <p:extLst>
      <p:ext uri="{BB962C8B-B14F-4D97-AF65-F5344CB8AC3E}">
        <p14:creationId xmlns:p14="http://schemas.microsoft.com/office/powerpoint/2010/main" val="3366193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D3457-7AAB-E9CC-0B0F-5E24A83E2D4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C8B445A-8369-DF02-287D-8245D4CD50ED}"/>
              </a:ext>
            </a:extLst>
          </p:cNvPr>
          <p:cNvSpPr>
            <a:spLocks noGrp="1"/>
          </p:cNvSpPr>
          <p:nvPr>
            <p:ph type="title"/>
          </p:nvPr>
        </p:nvSpPr>
        <p:spPr>
          <a:xfrm>
            <a:off x="406400" y="419722"/>
            <a:ext cx="11495314" cy="1110344"/>
          </a:xfrm>
        </p:spPr>
        <p:txBody>
          <a:bodyPr>
            <a:normAutofit fontScale="90000"/>
          </a:bodyPr>
          <a:lstStyle/>
          <a:p>
            <a:r>
              <a:rPr lang="en-GB" b="1" dirty="0"/>
              <a:t>‘Noise’ in DSMC: Standard statistical mechanics vs non-local equilibrium</a:t>
            </a:r>
          </a:p>
        </p:txBody>
      </p:sp>
      <p:sp>
        <p:nvSpPr>
          <p:cNvPr id="6" name="Content Placeholder 2">
            <a:extLst>
              <a:ext uri="{FF2B5EF4-FFF2-40B4-BE49-F238E27FC236}">
                <a16:creationId xmlns:a16="http://schemas.microsoft.com/office/drawing/2014/main" id="{0F4A072F-C586-71DC-BEA9-5F8FC393F147}"/>
              </a:ext>
            </a:extLst>
          </p:cNvPr>
          <p:cNvSpPr txBox="1">
            <a:spLocks/>
          </p:cNvSpPr>
          <p:nvPr/>
        </p:nvSpPr>
        <p:spPr>
          <a:xfrm>
            <a:off x="1074055" y="5544456"/>
            <a:ext cx="10508343" cy="12232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2400" dirty="0">
                <a:solidFill>
                  <a:srgbClr val="C00000"/>
                </a:solidFill>
                <a:highlight>
                  <a:srgbClr val="FFFF00"/>
                </a:highlight>
                <a:latin typeface="Times New Roman" panose="02020603050405020304" pitchFamily="18" charset="0"/>
                <a:cs typeface="Times New Roman" panose="02020603050405020304" pitchFamily="18" charset="0"/>
              </a:rPr>
              <a:t>Rarefied gas DSMC noise increasing with Knudsen number rises are non-local equilibrium effect related </a:t>
            </a:r>
            <a:endParaRPr lang="en-GB" sz="2400" dirty="0">
              <a:solidFill>
                <a:srgbClr val="C00000"/>
              </a:solidFill>
              <a:highlight>
                <a:srgbClr val="FFFF00"/>
              </a:highlight>
            </a:endParaRPr>
          </a:p>
        </p:txBody>
      </p:sp>
      <p:sp>
        <p:nvSpPr>
          <p:cNvPr id="2" name="Content Placeholder 3">
            <a:extLst>
              <a:ext uri="{FF2B5EF4-FFF2-40B4-BE49-F238E27FC236}">
                <a16:creationId xmlns:a16="http://schemas.microsoft.com/office/drawing/2014/main" id="{54029F5A-E6E0-41F2-2CEB-060BCA497139}"/>
              </a:ext>
            </a:extLst>
          </p:cNvPr>
          <p:cNvSpPr>
            <a:spLocks noGrp="1"/>
          </p:cNvSpPr>
          <p:nvPr>
            <p:ph idx="1"/>
          </p:nvPr>
        </p:nvSpPr>
        <p:spPr>
          <a:xfrm>
            <a:off x="406400" y="1537494"/>
            <a:ext cx="5544695" cy="3828985"/>
          </a:xfrm>
        </p:spPr>
        <p:txBody>
          <a:bodyPr>
            <a:normAutofit/>
          </a:bodyPr>
          <a:lstStyle/>
          <a:p>
            <a:pPr algn="just">
              <a:buFont typeface="Wingdings" panose="05000000000000000000" pitchFamily="2" charset="2"/>
              <a:buChar char="Ø"/>
            </a:pPr>
            <a:r>
              <a:rPr lang="en-GB" sz="2400" b="1" dirty="0">
                <a:solidFill>
                  <a:srgbClr val="000000"/>
                </a:solidFill>
              </a:rPr>
              <a:t>Fractional error in temperature: </a:t>
            </a:r>
            <a:endParaRPr lang="en-GB" sz="2400" dirty="0">
              <a:solidFill>
                <a:srgbClr val="000000"/>
              </a:solidFill>
            </a:endParaRPr>
          </a:p>
          <a:p>
            <a:pPr marL="0" indent="0" algn="just">
              <a:buNone/>
            </a:pPr>
            <a:endParaRPr lang="en-GB" sz="2400" dirty="0">
              <a:solidFill>
                <a:srgbClr val="000000"/>
              </a:solidFill>
            </a:endParaRPr>
          </a:p>
          <a:p>
            <a:pPr marL="0" indent="0" algn="just">
              <a:buNone/>
            </a:pPr>
            <a:endParaRPr lang="en-GB" sz="2400" dirty="0">
              <a:solidFill>
                <a:srgbClr val="000000"/>
              </a:solidFill>
            </a:endParaRPr>
          </a:p>
          <a:p>
            <a:pPr algn="just">
              <a:buFont typeface="Wingdings" panose="05000000000000000000" pitchFamily="2" charset="2"/>
              <a:buChar char="Ø"/>
            </a:pPr>
            <a:r>
              <a:rPr lang="en-GB" sz="2400" b="1" dirty="0">
                <a:solidFill>
                  <a:srgbClr val="000000"/>
                </a:solidFill>
              </a:rPr>
              <a:t>Transport coefficients: </a:t>
            </a:r>
            <a:endParaRPr lang="en-GB" sz="2400" dirty="0">
              <a:solidFill>
                <a:srgbClr val="000000"/>
              </a:solidFill>
            </a:endParaRPr>
          </a:p>
          <a:p>
            <a:pPr marL="0" indent="0" algn="just">
              <a:buNone/>
            </a:pPr>
            <a:r>
              <a:rPr lang="fr-FR" sz="2400" dirty="0"/>
              <a:t>	</a:t>
            </a:r>
            <a:r>
              <a:rPr lang="en-GB" sz="2400" dirty="0"/>
              <a:t>It appears that these errors in standard statistical mechanics directly define transport coefficients: </a:t>
            </a:r>
            <a:r>
              <a:rPr lang="en-GB" sz="2400" dirty="0">
                <a:highlight>
                  <a:srgbClr val="FFFF00"/>
                </a:highlight>
              </a:rPr>
              <a:t>viscosity and the heat conduction coefficient.</a:t>
            </a:r>
            <a:endParaRPr lang="en-GB" sz="2400" b="0" dirty="0">
              <a:solidFill>
                <a:srgbClr val="000000"/>
              </a:solidFill>
              <a:highlight>
                <a:srgbClr val="FFFF00"/>
              </a:highlight>
            </a:endParaRPr>
          </a:p>
        </p:txBody>
      </p:sp>
      <p:sp>
        <p:nvSpPr>
          <p:cNvPr id="3" name="Content Placeholder 3">
            <a:extLst>
              <a:ext uri="{FF2B5EF4-FFF2-40B4-BE49-F238E27FC236}">
                <a16:creationId xmlns:a16="http://schemas.microsoft.com/office/drawing/2014/main" id="{8F3D7CD3-397E-B9C8-6FBC-D5647738017B}"/>
              </a:ext>
            </a:extLst>
          </p:cNvPr>
          <p:cNvSpPr txBox="1">
            <a:spLocks/>
          </p:cNvSpPr>
          <p:nvPr/>
        </p:nvSpPr>
        <p:spPr>
          <a:xfrm>
            <a:off x="6383190" y="1139253"/>
            <a:ext cx="4750037" cy="420424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Ø"/>
            </a:pPr>
            <a:r>
              <a:rPr lang="en-GB" sz="2400" b="1" dirty="0">
                <a:solidFill>
                  <a:srgbClr val="000000"/>
                </a:solidFill>
              </a:rPr>
              <a:t>Local Boltzmann-Maxwellian distribution: </a:t>
            </a:r>
          </a:p>
          <a:p>
            <a:pPr marL="0" indent="0" algn="just">
              <a:buNone/>
            </a:pPr>
            <a:endParaRPr lang="en-GB" sz="2400" dirty="0">
              <a:solidFill>
                <a:srgbClr val="000000"/>
              </a:solidFill>
            </a:endParaRPr>
          </a:p>
          <a:p>
            <a:pPr marL="0" indent="0" algn="just">
              <a:buNone/>
            </a:pPr>
            <a:endParaRPr lang="en-GB" sz="2400" dirty="0">
              <a:solidFill>
                <a:srgbClr val="000000"/>
              </a:solidFill>
            </a:endParaRPr>
          </a:p>
          <a:p>
            <a:pPr marL="0" indent="0" algn="just">
              <a:buNone/>
            </a:pPr>
            <a:endParaRPr lang="en-GB" sz="2400" dirty="0">
              <a:solidFill>
                <a:srgbClr val="000000"/>
              </a:solidFill>
            </a:endParaRPr>
          </a:p>
          <a:p>
            <a:pPr marL="0" indent="0" algn="just">
              <a:buNone/>
            </a:pPr>
            <a:endParaRPr lang="en-GB" sz="2400" dirty="0">
              <a:solidFill>
                <a:srgbClr val="000000"/>
              </a:solidFill>
            </a:endParaRPr>
          </a:p>
          <a:p>
            <a:pPr marL="0" indent="0" algn="just">
              <a:buFont typeface="Arial" panose="020B0604020202020204" pitchFamily="34" charset="0"/>
              <a:buNone/>
            </a:pPr>
            <a:endParaRPr lang="en-GB" sz="2400" dirty="0">
              <a:solidFill>
                <a:srgbClr val="000000"/>
              </a:solidFill>
            </a:endParaRPr>
          </a:p>
          <a:p>
            <a:pPr marL="0" indent="0" algn="just">
              <a:buFont typeface="Arial" panose="020B0604020202020204" pitchFamily="34" charset="0"/>
              <a:buNone/>
            </a:pPr>
            <a:endParaRPr lang="en-GB" sz="2400" dirty="0">
              <a:solidFill>
                <a:srgbClr val="000000"/>
              </a:solidFill>
            </a:endParaRPr>
          </a:p>
          <a:p>
            <a:pPr algn="just">
              <a:buFont typeface="Wingdings" panose="05000000000000000000" pitchFamily="2" charset="2"/>
              <a:buChar char="Ø"/>
            </a:pPr>
            <a:r>
              <a:rPr lang="en-GB" sz="2400" b="1" dirty="0">
                <a:solidFill>
                  <a:srgbClr val="000000"/>
                </a:solidFill>
              </a:rPr>
              <a:t>Defines local thermodynamic properties: T(x) and p(x); </a:t>
            </a:r>
          </a:p>
          <a:p>
            <a:pPr marL="0" indent="0" algn="just">
              <a:buNone/>
            </a:pPr>
            <a:r>
              <a:rPr lang="en-GB" sz="2400" b="1" dirty="0">
                <a:solidFill>
                  <a:srgbClr val="000000"/>
                </a:solidFill>
              </a:rPr>
              <a:t>   ( </a:t>
            </a:r>
            <a:r>
              <a:rPr lang="en-GB" sz="2400" b="1" i="1" dirty="0" err="1">
                <a:solidFill>
                  <a:srgbClr val="000000"/>
                </a:solidFill>
              </a:rPr>
              <a:t>Vm</a:t>
            </a:r>
            <a:r>
              <a:rPr lang="en-GB" sz="2400" b="1" dirty="0">
                <a:solidFill>
                  <a:srgbClr val="000000"/>
                </a:solidFill>
              </a:rPr>
              <a:t>(x) )</a:t>
            </a:r>
          </a:p>
          <a:p>
            <a:pPr marL="0" indent="0" algn="just">
              <a:buNone/>
            </a:pPr>
            <a:endParaRPr lang="en-GB" sz="2400" dirty="0">
              <a:solidFill>
                <a:srgbClr val="000000"/>
              </a:solidFill>
            </a:endParaRPr>
          </a:p>
        </p:txBody>
      </p:sp>
      <p:pic>
        <p:nvPicPr>
          <p:cNvPr id="5" name="Picture 4">
            <a:extLst>
              <a:ext uri="{FF2B5EF4-FFF2-40B4-BE49-F238E27FC236}">
                <a16:creationId xmlns:a16="http://schemas.microsoft.com/office/drawing/2014/main" id="{4ACFDF3A-9606-CE6D-F9A5-ABCCA08FF5BA}"/>
              </a:ext>
            </a:extLst>
          </p:cNvPr>
          <p:cNvPicPr>
            <a:picLocks noChangeAspect="1"/>
          </p:cNvPicPr>
          <p:nvPr/>
        </p:nvPicPr>
        <p:blipFill>
          <a:blip r:embed="rId2"/>
          <a:stretch>
            <a:fillRect/>
          </a:stretch>
        </p:blipFill>
        <p:spPr>
          <a:xfrm>
            <a:off x="517519" y="1997176"/>
            <a:ext cx="4357207" cy="925906"/>
          </a:xfrm>
          <a:prstGeom prst="rect">
            <a:avLst/>
          </a:prstGeom>
        </p:spPr>
      </p:pic>
      <p:pic>
        <p:nvPicPr>
          <p:cNvPr id="4" name="Picture 3" descr="Maxwell–Boltzmann distribution generalized to real gases">
            <a:extLst>
              <a:ext uri="{FF2B5EF4-FFF2-40B4-BE49-F238E27FC236}">
                <a16:creationId xmlns:a16="http://schemas.microsoft.com/office/drawing/2014/main" id="{CF5D394C-B119-D7B0-4538-036BC5FF8C6B}"/>
              </a:ext>
            </a:extLst>
          </p:cNvPr>
          <p:cNvPicPr>
            <a:picLocks noChangeAspect="1"/>
          </p:cNvPicPr>
          <p:nvPr/>
        </p:nvPicPr>
        <p:blipFill>
          <a:blip r:embed="rId3"/>
          <a:stretch>
            <a:fillRect/>
          </a:stretch>
        </p:blipFill>
        <p:spPr>
          <a:xfrm>
            <a:off x="6945677" y="1955514"/>
            <a:ext cx="3601200" cy="2166781"/>
          </a:xfrm>
          <a:prstGeom prst="rect">
            <a:avLst/>
          </a:prstGeom>
        </p:spPr>
      </p:pic>
    </p:spTree>
    <p:extLst>
      <p:ext uri="{BB962C8B-B14F-4D97-AF65-F5344CB8AC3E}">
        <p14:creationId xmlns:p14="http://schemas.microsoft.com/office/powerpoint/2010/main" val="3902738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66E0D-64E0-C078-1DCA-8ECCAE5C5B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B2D1DA-F1E7-DBA5-E0A5-784673FE8A40}"/>
              </a:ext>
            </a:extLst>
          </p:cNvPr>
          <p:cNvSpPr>
            <a:spLocks noGrp="1"/>
          </p:cNvSpPr>
          <p:nvPr>
            <p:ph type="title"/>
          </p:nvPr>
        </p:nvSpPr>
        <p:spPr>
          <a:xfrm>
            <a:off x="3907970" y="215107"/>
            <a:ext cx="7447417" cy="1180759"/>
          </a:xfrm>
        </p:spPr>
        <p:txBody>
          <a:bodyPr>
            <a:noAutofit/>
          </a:bodyPr>
          <a:lstStyle/>
          <a:p>
            <a:r>
              <a:rPr lang="en-GB" sz="4000" b="1" dirty="0"/>
              <a:t>Present Methodology</a:t>
            </a:r>
          </a:p>
        </p:txBody>
      </p:sp>
      <p:sp>
        <p:nvSpPr>
          <p:cNvPr id="4" name="Content Placeholder 3">
            <a:extLst>
              <a:ext uri="{FF2B5EF4-FFF2-40B4-BE49-F238E27FC236}">
                <a16:creationId xmlns:a16="http://schemas.microsoft.com/office/drawing/2014/main" id="{C5A4FEA4-72C4-F493-4E99-F3E1C4281653}"/>
              </a:ext>
            </a:extLst>
          </p:cNvPr>
          <p:cNvSpPr>
            <a:spLocks noGrp="1"/>
          </p:cNvSpPr>
          <p:nvPr>
            <p:ph sz="half" idx="2"/>
          </p:nvPr>
        </p:nvSpPr>
        <p:spPr>
          <a:xfrm>
            <a:off x="180294" y="1395866"/>
            <a:ext cx="5817281" cy="5033961"/>
          </a:xfrm>
        </p:spPr>
        <p:txBody>
          <a:bodyPr>
            <a:normAutofit lnSpcReduction="10000"/>
          </a:bodyPr>
          <a:lstStyle/>
          <a:p>
            <a:pPr algn="just">
              <a:buFont typeface="Wingdings" panose="05000000000000000000" pitchFamily="2" charset="2"/>
              <a:buChar char="Ø"/>
            </a:pPr>
            <a:r>
              <a:rPr lang="en-GB" sz="2400" b="1" dirty="0">
                <a:solidFill>
                  <a:srgbClr val="000000"/>
                </a:solidFill>
              </a:rPr>
              <a:t>ANN </a:t>
            </a:r>
            <a:r>
              <a:rPr lang="en-GB" sz="2400" dirty="0">
                <a:solidFill>
                  <a:srgbClr val="000000"/>
                </a:solidFill>
              </a:rPr>
              <a:t>- consists majorly of three layers (input, hidden, and output). The hidden layer houses the major computations.</a:t>
            </a:r>
          </a:p>
          <a:p>
            <a:pPr marL="0" indent="0" algn="just">
              <a:buNone/>
            </a:pPr>
            <a:endParaRPr lang="en-GB" sz="2400" dirty="0">
              <a:solidFill>
                <a:srgbClr val="000000"/>
              </a:solidFill>
            </a:endParaRPr>
          </a:p>
          <a:p>
            <a:pPr algn="just">
              <a:buFont typeface="Wingdings" panose="05000000000000000000" pitchFamily="2" charset="2"/>
              <a:buChar char="Ø"/>
            </a:pPr>
            <a:r>
              <a:rPr lang="en-GB" sz="2400" dirty="0">
                <a:solidFill>
                  <a:srgbClr val="000000"/>
                </a:solidFill>
              </a:rPr>
              <a:t>Several parameters, such as the learning rate, the number of neurons, the activation function, and so on, that need to be considered when training the model to achieve the desired outcome (output).</a:t>
            </a:r>
          </a:p>
          <a:p>
            <a:pPr marL="0" indent="0" algn="just">
              <a:buNone/>
            </a:pPr>
            <a:endParaRPr lang="en-GB" sz="2400" dirty="0">
              <a:solidFill>
                <a:srgbClr val="000000"/>
              </a:solidFill>
            </a:endParaRPr>
          </a:p>
          <a:p>
            <a:pPr algn="just">
              <a:buFont typeface="Wingdings" panose="05000000000000000000" pitchFamily="2" charset="2"/>
              <a:buChar char="Ø"/>
            </a:pPr>
            <a:r>
              <a:rPr lang="en-GB" sz="2400" b="1" dirty="0">
                <a:solidFill>
                  <a:srgbClr val="C00000"/>
                </a:solidFill>
              </a:rPr>
              <a:t> </a:t>
            </a:r>
            <a:r>
              <a:rPr lang="en-GB" sz="2400" b="1" dirty="0">
                <a:solidFill>
                  <a:srgbClr val="C00000"/>
                </a:solidFill>
                <a:highlight>
                  <a:srgbClr val="FFFF00"/>
                </a:highlight>
              </a:rPr>
              <a:t>This training is done with low Knudsen number simulations which is then used to predict high Knudsen number profiles. </a:t>
            </a:r>
          </a:p>
          <a:p>
            <a:pPr algn="just">
              <a:buFont typeface="Wingdings" panose="05000000000000000000" pitchFamily="2" charset="2"/>
              <a:buChar char="Ø"/>
            </a:pPr>
            <a:endParaRPr lang="en-GB" sz="2400" dirty="0">
              <a:solidFill>
                <a:srgbClr val="000000"/>
              </a:solidFill>
            </a:endParaRPr>
          </a:p>
          <a:p>
            <a:pPr marL="457200" indent="-457200" algn="just">
              <a:buFont typeface="Arial" panose="020B0604020202020204" pitchFamily="34" charset="0"/>
              <a:buChar char="•"/>
            </a:pPr>
            <a:endParaRPr lang="en-GB" sz="2400" dirty="0">
              <a:solidFill>
                <a:srgbClr val="000000"/>
              </a:solidFill>
            </a:endParaRPr>
          </a:p>
          <a:p>
            <a:pPr algn="just"/>
            <a:endParaRPr lang="en-GB" sz="2400" dirty="0">
              <a:solidFill>
                <a:srgbClr val="000000"/>
              </a:solidFill>
            </a:endParaRPr>
          </a:p>
          <a:p>
            <a:pPr algn="just"/>
            <a:endParaRPr lang="en-GB" sz="2400" dirty="0">
              <a:solidFill>
                <a:srgbClr val="000000"/>
              </a:solidFill>
            </a:endParaRPr>
          </a:p>
          <a:p>
            <a:pPr marL="457200" indent="-457200" algn="just">
              <a:buFont typeface="Arial" panose="020B0604020202020204" pitchFamily="34" charset="0"/>
              <a:buChar char="•"/>
            </a:pPr>
            <a:endParaRPr lang="en-GB" sz="2400" dirty="0">
              <a:solidFill>
                <a:srgbClr val="000000"/>
              </a:solidFill>
            </a:endParaRPr>
          </a:p>
          <a:p>
            <a:pPr marL="457200" indent="-457200" algn="just">
              <a:buFont typeface="Arial" panose="020B0604020202020204" pitchFamily="34" charset="0"/>
              <a:buChar char="•"/>
            </a:pPr>
            <a:endParaRPr lang="en-GB" sz="2400" dirty="0">
              <a:solidFill>
                <a:srgbClr val="000000"/>
              </a:solidFill>
            </a:endParaRPr>
          </a:p>
          <a:p>
            <a:pPr algn="just"/>
            <a:endParaRPr lang="en-GB" sz="2400" dirty="0">
              <a:latin typeface="Times New Roman" panose="02020603050405020304" pitchFamily="18" charset="0"/>
              <a:cs typeface="Times New Roman" panose="02020603050405020304" pitchFamily="18" charset="0"/>
            </a:endParaRPr>
          </a:p>
        </p:txBody>
      </p:sp>
      <p:sp>
        <p:nvSpPr>
          <p:cNvPr id="10" name="Text Placeholder 9">
            <a:extLst>
              <a:ext uri="{FF2B5EF4-FFF2-40B4-BE49-F238E27FC236}">
                <a16:creationId xmlns:a16="http://schemas.microsoft.com/office/drawing/2014/main" id="{B554EB89-F84D-AE3A-032C-3EA6A9EAB19D}"/>
              </a:ext>
            </a:extLst>
          </p:cNvPr>
          <p:cNvSpPr>
            <a:spLocks noGrp="1"/>
          </p:cNvSpPr>
          <p:nvPr>
            <p:ph type="body" sz="quarter" idx="3"/>
          </p:nvPr>
        </p:nvSpPr>
        <p:spPr>
          <a:xfrm>
            <a:off x="6194427" y="1518106"/>
            <a:ext cx="5183188" cy="495751"/>
          </a:xfrm>
        </p:spPr>
        <p:txBody>
          <a:bodyPr>
            <a:normAutofit/>
          </a:bodyPr>
          <a:lstStyle/>
          <a:p>
            <a:pPr algn="ctr"/>
            <a:r>
              <a:rPr lang="en-GB" sz="1800" b="0" dirty="0"/>
              <a:t>Fig 9: Simple ANN structure</a:t>
            </a:r>
            <a:endParaRPr lang="en-GB" b="0" dirty="0"/>
          </a:p>
        </p:txBody>
      </p:sp>
      <p:pic>
        <p:nvPicPr>
          <p:cNvPr id="8" name="Content Placeholder 7">
            <a:extLst>
              <a:ext uri="{FF2B5EF4-FFF2-40B4-BE49-F238E27FC236}">
                <a16:creationId xmlns:a16="http://schemas.microsoft.com/office/drawing/2014/main" id="{0943F677-307B-CE00-4ABE-75FABB346244}"/>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172200" y="2136097"/>
            <a:ext cx="5183188" cy="3729641"/>
          </a:xfrm>
          <a:prstGeom prst="rect">
            <a:avLst/>
          </a:prstGeom>
        </p:spPr>
      </p:pic>
    </p:spTree>
    <p:extLst>
      <p:ext uri="{BB962C8B-B14F-4D97-AF65-F5344CB8AC3E}">
        <p14:creationId xmlns:p14="http://schemas.microsoft.com/office/powerpoint/2010/main" val="1222368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403C6-C836-A314-9920-A72BD88A4E0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9D5E49E6-FB1D-5D2A-F5D2-92F09C7A4FF0}"/>
                  </a:ext>
                </a:extLst>
              </p:cNvPr>
              <p:cNvSpPr>
                <a:spLocks noGrp="1"/>
              </p:cNvSpPr>
              <p:nvPr>
                <p:ph sz="half" idx="1"/>
              </p:nvPr>
            </p:nvSpPr>
            <p:spPr>
              <a:xfrm>
                <a:off x="348343" y="2307770"/>
                <a:ext cx="5910942" cy="4190999"/>
              </a:xfrm>
            </p:spPr>
            <p:txBody>
              <a:bodyPr>
                <a:normAutofit/>
              </a:bodyPr>
              <a:lstStyle/>
              <a:p>
                <a:pPr algn="just">
                  <a:buFont typeface="Wingdings" panose="05000000000000000000" pitchFamily="2" charset="2"/>
                  <a:buChar char="Ø"/>
                </a:pPr>
                <a:r>
                  <a:rPr lang="en-GB" sz="2400" dirty="0">
                    <a:solidFill>
                      <a:srgbClr val="000000"/>
                    </a:solidFill>
                  </a:rPr>
                  <a:t>The case studied is an hypersonic argon gas flow past a circular cylinder in cross-flow. </a:t>
                </a:r>
              </a:p>
              <a:p>
                <a:pPr marL="0" indent="0" algn="just">
                  <a:buNone/>
                </a:pPr>
                <a:endParaRPr lang="en-GB" sz="2400" dirty="0">
                  <a:solidFill>
                    <a:srgbClr val="000000"/>
                  </a:solidFill>
                </a:endParaRPr>
              </a:p>
              <a:p>
                <a:pPr algn="just">
                  <a:buFont typeface="Wingdings" panose="05000000000000000000" pitchFamily="2" charset="2"/>
                  <a:buChar char="Ø"/>
                </a:pPr>
                <a14:m>
                  <m:oMath xmlns:m="http://schemas.openxmlformats.org/officeDocument/2006/math">
                    <m:sSub>
                      <m:sSubPr>
                        <m:ctrlPr>
                          <a:rPr lang="en-GB" sz="2400" i="1" smtClean="0">
                            <a:solidFill>
                              <a:srgbClr val="000000"/>
                            </a:solidFill>
                            <a:latin typeface="Cambria Math" panose="02040503050406030204" pitchFamily="18" charset="0"/>
                          </a:rPr>
                        </m:ctrlPr>
                      </m:sSubPr>
                      <m:e>
                        <m:r>
                          <a:rPr lang="en-GB" sz="2400" b="0" i="1" smtClean="0">
                            <a:solidFill>
                              <a:srgbClr val="000000"/>
                            </a:solidFill>
                            <a:latin typeface="Cambria Math" panose="02040503050406030204" pitchFamily="18" charset="0"/>
                          </a:rPr>
                          <m:t>𝐾𝑛</m:t>
                        </m:r>
                      </m:e>
                      <m:sub>
                        <m:r>
                          <a:rPr lang="en-GB" sz="2400" i="1" smtClean="0">
                            <a:solidFill>
                              <a:srgbClr val="000000"/>
                            </a:solidFill>
                            <a:latin typeface="Cambria Math" panose="02040503050406030204" pitchFamily="18" charset="0"/>
                            <a:ea typeface="Cambria Math" panose="02040503050406030204" pitchFamily="18" charset="0"/>
                          </a:rPr>
                          <m:t>∞</m:t>
                        </m:r>
                      </m:sub>
                    </m:sSub>
                  </m:oMath>
                </a14:m>
                <a:r>
                  <a:rPr lang="en-GB" sz="2400" dirty="0">
                    <a:solidFill>
                      <a:srgbClr val="000000"/>
                    </a:solidFill>
                  </a:rPr>
                  <a:t>: 0.05, 0.5, 2. </a:t>
                </a:r>
                <a14:m>
                  <m:oMath xmlns:m="http://schemas.openxmlformats.org/officeDocument/2006/math">
                    <m:sSub>
                      <m:sSubPr>
                        <m:ctrlPr>
                          <a:rPr lang="en-GB" sz="2400" i="1">
                            <a:solidFill>
                              <a:srgbClr val="000000"/>
                            </a:solidFill>
                            <a:latin typeface="Cambria Math" panose="02040503050406030204" pitchFamily="18" charset="0"/>
                          </a:rPr>
                        </m:ctrlPr>
                      </m:sSubPr>
                      <m:e>
                        <m:r>
                          <a:rPr lang="en-GB" sz="2400" b="0" i="1" smtClean="0">
                            <a:solidFill>
                              <a:srgbClr val="000000"/>
                            </a:solidFill>
                            <a:latin typeface="Cambria Math" panose="02040503050406030204" pitchFamily="18" charset="0"/>
                          </a:rPr>
                          <m:t>𝑀𝑎</m:t>
                        </m:r>
                      </m:e>
                      <m:sub>
                        <m:r>
                          <a:rPr lang="en-GB" sz="2400" i="1">
                            <a:solidFill>
                              <a:srgbClr val="000000"/>
                            </a:solidFill>
                            <a:latin typeface="Cambria Math" panose="02040503050406030204" pitchFamily="18" charset="0"/>
                            <a:ea typeface="Cambria Math" panose="02040503050406030204" pitchFamily="18" charset="0"/>
                          </a:rPr>
                          <m:t>∞</m:t>
                        </m:r>
                      </m:sub>
                    </m:sSub>
                    <m:r>
                      <a:rPr lang="en-GB" sz="2400" b="0" i="1" smtClean="0">
                        <a:solidFill>
                          <a:srgbClr val="000000"/>
                        </a:solidFill>
                        <a:latin typeface="Cambria Math" panose="02040503050406030204" pitchFamily="18" charset="0"/>
                        <a:ea typeface="Cambria Math" panose="02040503050406030204" pitchFamily="18" charset="0"/>
                      </a:rPr>
                      <m:t>:</m:t>
                    </m:r>
                  </m:oMath>
                </a14:m>
                <a:r>
                  <a:rPr lang="en-GB" sz="2400" dirty="0">
                    <a:solidFill>
                      <a:srgbClr val="000000"/>
                    </a:solidFill>
                  </a:rPr>
                  <a:t> 2 and 6.</a:t>
                </a:r>
              </a:p>
              <a:p>
                <a:pPr marL="0" indent="0" algn="just">
                  <a:buNone/>
                </a:pPr>
                <a:endParaRPr lang="en-GB" sz="2400" dirty="0">
                  <a:solidFill>
                    <a:srgbClr val="000000"/>
                  </a:solidFill>
                </a:endParaRPr>
              </a:p>
              <a:p>
                <a:pPr algn="just">
                  <a:buFont typeface="Wingdings" panose="05000000000000000000" pitchFamily="2" charset="2"/>
                  <a:buChar char="Ø"/>
                </a:pPr>
                <a:r>
                  <a:rPr lang="en-GB" sz="2400" dirty="0">
                    <a:solidFill>
                      <a:srgbClr val="000000"/>
                    </a:solidFill>
                  </a:rPr>
                  <a:t>It concerns the prediction of surface quantities such as </a:t>
                </a:r>
                <a:r>
                  <a:rPr lang="en-GB" sz="2400" dirty="0">
                    <a:solidFill>
                      <a:srgbClr val="000000"/>
                    </a:solidFill>
                    <a:highlight>
                      <a:srgbClr val="FFFF00"/>
                    </a:highlight>
                  </a:rPr>
                  <a:t>slip velocity and gas temperature at the surface. </a:t>
                </a:r>
              </a:p>
              <a:p>
                <a:pPr algn="just">
                  <a:buFont typeface="Wingdings" panose="05000000000000000000" pitchFamily="2" charset="2"/>
                  <a:buChar char="Ø"/>
                </a:pPr>
                <a:endParaRPr lang="en-GB" sz="2400" dirty="0">
                  <a:solidFill>
                    <a:srgbClr val="000000"/>
                  </a:solidFill>
                </a:endParaRPr>
              </a:p>
              <a:p>
                <a:pPr marL="457200" indent="-457200" algn="just">
                  <a:buFont typeface="Arial" panose="020B0604020202020204" pitchFamily="34" charset="0"/>
                  <a:buChar char="•"/>
                </a:pPr>
                <a:endParaRPr lang="en-GB" sz="2400" dirty="0">
                  <a:solidFill>
                    <a:srgbClr val="000000"/>
                  </a:solidFill>
                </a:endParaRPr>
              </a:p>
              <a:p>
                <a:pPr algn="just"/>
                <a:endParaRPr lang="en-GB" sz="2400" dirty="0">
                  <a:latin typeface="Times New Roman" panose="02020603050405020304" pitchFamily="18" charset="0"/>
                  <a:cs typeface="Times New Roman" panose="02020603050405020304" pitchFamily="18" charset="0"/>
                </a:endParaRPr>
              </a:p>
            </p:txBody>
          </p:sp>
        </mc:Choice>
        <mc:Fallback xmlns="">
          <p:sp>
            <p:nvSpPr>
              <p:cNvPr id="4" name="Content Placeholder 3">
                <a:extLst>
                  <a:ext uri="{FF2B5EF4-FFF2-40B4-BE49-F238E27FC236}">
                    <a16:creationId xmlns:a16="http://schemas.microsoft.com/office/drawing/2014/main" id="{9D5E49E6-FB1D-5D2A-F5D2-92F09C7A4FF0}"/>
                  </a:ext>
                </a:extLst>
              </p:cNvPr>
              <p:cNvSpPr>
                <a:spLocks noGrp="1" noRot="1" noChangeAspect="1" noMove="1" noResize="1" noEditPoints="1" noAdjustHandles="1" noChangeArrowheads="1" noChangeShapeType="1" noTextEdit="1"/>
              </p:cNvSpPr>
              <p:nvPr>
                <p:ph sz="half" idx="1"/>
              </p:nvPr>
            </p:nvSpPr>
            <p:spPr>
              <a:xfrm>
                <a:off x="348343" y="2307770"/>
                <a:ext cx="5910942" cy="4190999"/>
              </a:xfrm>
              <a:blipFill>
                <a:blip r:embed="rId2"/>
                <a:stretch>
                  <a:fillRect l="-1340" t="-1892" r="-2680"/>
                </a:stretch>
              </a:blipFill>
            </p:spPr>
            <p:txBody>
              <a:bodyPr/>
              <a:lstStyle/>
              <a:p>
                <a:r>
                  <a:rPr lang="fr-FR">
                    <a:noFill/>
                  </a:rPr>
                  <a:t> </a:t>
                </a:r>
              </a:p>
            </p:txBody>
          </p:sp>
        </mc:Fallback>
      </mc:AlternateContent>
      <p:sp>
        <p:nvSpPr>
          <p:cNvPr id="9" name="Text Placeholder 8">
            <a:extLst>
              <a:ext uri="{FF2B5EF4-FFF2-40B4-BE49-F238E27FC236}">
                <a16:creationId xmlns:a16="http://schemas.microsoft.com/office/drawing/2014/main" id="{3A03917C-C3DE-A81E-892D-A1A4F5EE9EB1}"/>
              </a:ext>
            </a:extLst>
          </p:cNvPr>
          <p:cNvSpPr>
            <a:spLocks noGrp="1"/>
          </p:cNvSpPr>
          <p:nvPr>
            <p:ph type="body" sz="quarter" idx="4294967295"/>
          </p:nvPr>
        </p:nvSpPr>
        <p:spPr>
          <a:xfrm>
            <a:off x="6749143" y="1670504"/>
            <a:ext cx="4604657" cy="783885"/>
          </a:xfrm>
        </p:spPr>
        <p:txBody>
          <a:bodyPr>
            <a:normAutofit/>
          </a:bodyPr>
          <a:lstStyle/>
          <a:p>
            <a:pPr algn="ctr"/>
            <a:r>
              <a:rPr lang="en-GB" sz="2000" dirty="0"/>
              <a:t>Fig</a:t>
            </a:r>
            <a:r>
              <a:rPr lang="en-GB" sz="2000" b="0" dirty="0"/>
              <a:t> 10:  Geometry of the case studied.</a:t>
            </a:r>
          </a:p>
        </p:txBody>
      </p:sp>
      <p:graphicFrame>
        <p:nvGraphicFramePr>
          <p:cNvPr id="10" name="Content Placeholder 9">
            <a:extLst>
              <a:ext uri="{FF2B5EF4-FFF2-40B4-BE49-F238E27FC236}">
                <a16:creationId xmlns:a16="http://schemas.microsoft.com/office/drawing/2014/main" id="{B99BD04C-AB57-3B2F-178D-402E3767541D}"/>
              </a:ext>
            </a:extLst>
          </p:cNvPr>
          <p:cNvGraphicFramePr>
            <a:graphicFrameLocks noGrp="1" noChangeAspect="1"/>
          </p:cNvGraphicFramePr>
          <p:nvPr>
            <p:ph sz="half" idx="2"/>
          </p:nvPr>
        </p:nvGraphicFramePr>
        <p:xfrm>
          <a:off x="6229108" y="2362200"/>
          <a:ext cx="5124691" cy="3352799"/>
        </p:xfrm>
        <a:graphic>
          <a:graphicData uri="http://schemas.openxmlformats.org/presentationml/2006/ole">
            <mc:AlternateContent xmlns:mc="http://schemas.openxmlformats.org/markup-compatibility/2006">
              <mc:Choice xmlns:v="urn:schemas-microsoft-com:vml" Requires="v">
                <p:oleObj name="Acrobat Document" r:id="rId3" imgW="5346330" imgH="3778206" progId="AcroExch.Document.DC">
                  <p:embed/>
                </p:oleObj>
              </mc:Choice>
              <mc:Fallback>
                <p:oleObj name="Acrobat Document" r:id="rId3" imgW="5346330" imgH="3778206" progId="AcroExch.Document.DC">
                  <p:embed/>
                  <p:pic>
                    <p:nvPicPr>
                      <p:cNvPr id="10" name="Content Placeholder 9">
                        <a:extLst>
                          <a:ext uri="{FF2B5EF4-FFF2-40B4-BE49-F238E27FC236}">
                            <a16:creationId xmlns:a16="http://schemas.microsoft.com/office/drawing/2014/main" id="{B99BD04C-AB57-3B2F-178D-402E3767541D}"/>
                          </a:ext>
                        </a:extLst>
                      </p:cNvPr>
                      <p:cNvPicPr/>
                      <p:nvPr/>
                    </p:nvPicPr>
                    <p:blipFill>
                      <a:blip r:embed="rId4"/>
                      <a:stretch>
                        <a:fillRect/>
                      </a:stretch>
                    </p:blipFill>
                    <p:spPr>
                      <a:xfrm>
                        <a:off x="6229108" y="2362200"/>
                        <a:ext cx="5124691" cy="3352799"/>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9BAE0D19-4FB0-4A8B-809A-414624860BC6}"/>
              </a:ext>
            </a:extLst>
          </p:cNvPr>
          <p:cNvSpPr>
            <a:spLocks noGrp="1"/>
          </p:cNvSpPr>
          <p:nvPr>
            <p:ph type="title"/>
          </p:nvPr>
        </p:nvSpPr>
        <p:spPr>
          <a:xfrm>
            <a:off x="3907970" y="215107"/>
            <a:ext cx="7447417" cy="1180759"/>
          </a:xfrm>
        </p:spPr>
        <p:txBody>
          <a:bodyPr>
            <a:noAutofit/>
          </a:bodyPr>
          <a:lstStyle/>
          <a:p>
            <a:r>
              <a:rPr lang="en-GB" sz="4000" b="1" dirty="0"/>
              <a:t>Present Methodology</a:t>
            </a:r>
          </a:p>
        </p:txBody>
      </p:sp>
    </p:spTree>
    <p:extLst>
      <p:ext uri="{BB962C8B-B14F-4D97-AF65-F5344CB8AC3E}">
        <p14:creationId xmlns:p14="http://schemas.microsoft.com/office/powerpoint/2010/main" val="1092848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CD9AF-F525-CEBE-DE92-E6306EE119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B6B54D-0B0D-2A75-6B68-711D2503E4D6}"/>
              </a:ext>
            </a:extLst>
          </p:cNvPr>
          <p:cNvSpPr>
            <a:spLocks noGrp="1"/>
          </p:cNvSpPr>
          <p:nvPr>
            <p:ph type="title"/>
          </p:nvPr>
        </p:nvSpPr>
        <p:spPr>
          <a:xfrm>
            <a:off x="1828800" y="365126"/>
            <a:ext cx="9114971" cy="1180760"/>
          </a:xfrm>
        </p:spPr>
        <p:txBody>
          <a:bodyPr>
            <a:noAutofit/>
          </a:bodyPr>
          <a:lstStyle/>
          <a:p>
            <a:pPr algn="ctr"/>
            <a:r>
              <a:rPr lang="en-GB" sz="4000" b="1" dirty="0"/>
              <a:t>Results: Non-local equilibrium vs noise</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CDD7166D-8EAF-E616-9B91-EF6A23C09750}"/>
                  </a:ext>
                </a:extLst>
              </p:cNvPr>
              <p:cNvSpPr>
                <a:spLocks noGrp="1"/>
              </p:cNvSpPr>
              <p:nvPr>
                <p:ph type="body" idx="1"/>
              </p:nvPr>
            </p:nvSpPr>
            <p:spPr/>
            <p:txBody>
              <a:bodyPr>
                <a:normAutofit/>
              </a:bodyPr>
              <a:lstStyle/>
              <a:p>
                <a:r>
                  <a:rPr lang="en-GB" sz="2000" b="0" dirty="0"/>
                  <a:t>Fig 11: Slip velocity magnitude, </a:t>
                </a:r>
                <a14:m>
                  <m:oMath xmlns:m="http://schemas.openxmlformats.org/officeDocument/2006/math">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𝐾</m:t>
                        </m:r>
                      </m:e>
                      <m:sub>
                        <m:r>
                          <a:rPr lang="en-GB" sz="2000" b="0" i="1" smtClean="0">
                            <a:latin typeface="Cambria Math" panose="02040503050406030204" pitchFamily="18" charset="0"/>
                          </a:rPr>
                          <m:t>𝑛</m:t>
                        </m:r>
                      </m:sub>
                    </m:sSub>
                    <m:r>
                      <a:rPr lang="en-GB" sz="2000" b="0" i="1" smtClean="0">
                        <a:latin typeface="Cambria Math" panose="02040503050406030204" pitchFamily="18" charset="0"/>
                      </a:rPr>
                      <m:t>=2,  </m:t>
                    </m:r>
                    <m:r>
                      <a:rPr lang="en-GB" sz="2000" b="0" i="1" smtClean="0">
                        <a:latin typeface="Cambria Math" panose="02040503050406030204" pitchFamily="18" charset="0"/>
                      </a:rPr>
                      <m:t>𝑀𝑎</m:t>
                    </m:r>
                    <m:r>
                      <a:rPr lang="en-GB" sz="2000" b="0" i="1" smtClean="0">
                        <a:latin typeface="Cambria Math" panose="02040503050406030204" pitchFamily="18" charset="0"/>
                      </a:rPr>
                      <m:t>=2</m:t>
                    </m:r>
                  </m:oMath>
                </a14:m>
                <a:r>
                  <a:rPr lang="en-GB" sz="2000" b="0" dirty="0"/>
                  <a:t> : </a:t>
                </a:r>
                <a:r>
                  <a:rPr lang="en-GB" sz="2000" dirty="0"/>
                  <a:t>Without ANN</a:t>
                </a:r>
              </a:p>
            </p:txBody>
          </p:sp>
        </mc:Choice>
        <mc:Fallback xmlns="">
          <p:sp>
            <p:nvSpPr>
              <p:cNvPr id="6" name="Text Placeholder 5">
                <a:extLst>
                  <a:ext uri="{FF2B5EF4-FFF2-40B4-BE49-F238E27FC236}">
                    <a16:creationId xmlns:a16="http://schemas.microsoft.com/office/drawing/2014/main" id="{CDD7166D-8EAF-E616-9B91-EF6A23C09750}"/>
                  </a:ext>
                </a:extLst>
              </p:cNvPr>
              <p:cNvSpPr>
                <a:spLocks noGrp="1" noRot="1" noChangeAspect="1" noMove="1" noResize="1" noEditPoints="1" noAdjustHandles="1" noChangeArrowheads="1" noChangeShapeType="1" noTextEdit="1"/>
              </p:cNvSpPr>
              <p:nvPr>
                <p:ph type="body" idx="1"/>
              </p:nvPr>
            </p:nvSpPr>
            <p:spPr>
              <a:blipFill>
                <a:blip r:embed="rId2"/>
                <a:stretch>
                  <a:fillRect l="-1300" b="-14074"/>
                </a:stretch>
              </a:blipFill>
            </p:spPr>
            <p:txBody>
              <a:bodyPr/>
              <a:lstStyle/>
              <a:p>
                <a:r>
                  <a:rPr lang="en-GB">
                    <a:noFill/>
                  </a:rPr>
                  <a:t> </a:t>
                </a:r>
              </a:p>
            </p:txBody>
          </p:sp>
        </mc:Fallback>
      </mc:AlternateContent>
      <p:pic>
        <p:nvPicPr>
          <p:cNvPr id="12" name="Content Placeholder 11">
            <a:extLst>
              <a:ext uri="{FF2B5EF4-FFF2-40B4-BE49-F238E27FC236}">
                <a16:creationId xmlns:a16="http://schemas.microsoft.com/office/drawing/2014/main" id="{F60D899D-6A94-8583-A99E-A9903B896DA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727199" y="2505075"/>
            <a:ext cx="4147873" cy="3110905"/>
          </a:xfrm>
          <a:prstGeom prst="rect">
            <a:avLst/>
          </a:prstGeom>
        </p:spPr>
      </p:pic>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2D802EB9-703C-7E56-6429-830BC7DC72D9}"/>
                  </a:ext>
                </a:extLst>
              </p:cNvPr>
              <p:cNvSpPr>
                <a:spLocks noGrp="1"/>
              </p:cNvSpPr>
              <p:nvPr>
                <p:ph type="body" sz="quarter" idx="3"/>
              </p:nvPr>
            </p:nvSpPr>
            <p:spPr/>
            <p:txBody>
              <a:bodyPr>
                <a:normAutofit/>
              </a:bodyPr>
              <a:lstStyle/>
              <a:p>
                <a:r>
                  <a:rPr lang="en-GB" sz="2000" b="0" dirty="0"/>
                  <a:t>Fig 12: Slip velocity magnitude, </a:t>
                </a:r>
                <a14:m>
                  <m:oMath xmlns:m="http://schemas.openxmlformats.org/officeDocument/2006/math">
                    <m:sSub>
                      <m:sSubPr>
                        <m:ctrlPr>
                          <a:rPr lang="en-GB" sz="2000" b="0" i="1">
                            <a:latin typeface="Cambria Math" panose="02040503050406030204" pitchFamily="18" charset="0"/>
                          </a:rPr>
                        </m:ctrlPr>
                      </m:sSubPr>
                      <m:e>
                        <m:r>
                          <a:rPr lang="en-GB" sz="2000" b="0" i="1">
                            <a:latin typeface="Cambria Math" panose="02040503050406030204" pitchFamily="18" charset="0"/>
                          </a:rPr>
                          <m:t>𝐾</m:t>
                        </m:r>
                      </m:e>
                      <m:sub>
                        <m:r>
                          <a:rPr lang="en-GB" sz="2000" b="0" i="1">
                            <a:latin typeface="Cambria Math" panose="02040503050406030204" pitchFamily="18" charset="0"/>
                          </a:rPr>
                          <m:t>𝑛</m:t>
                        </m:r>
                      </m:sub>
                    </m:sSub>
                    <m:r>
                      <a:rPr lang="en-GB" sz="2000" b="0" i="1">
                        <a:latin typeface="Cambria Math" panose="02040503050406030204" pitchFamily="18" charset="0"/>
                      </a:rPr>
                      <m:t>=2,  </m:t>
                    </m:r>
                    <m:r>
                      <a:rPr lang="en-GB" sz="2000" b="0" i="1">
                        <a:latin typeface="Cambria Math" panose="02040503050406030204" pitchFamily="18" charset="0"/>
                      </a:rPr>
                      <m:t>𝑀𝑎</m:t>
                    </m:r>
                    <m:r>
                      <a:rPr lang="en-GB" sz="2000" b="0" i="1">
                        <a:latin typeface="Cambria Math" panose="02040503050406030204" pitchFamily="18" charset="0"/>
                      </a:rPr>
                      <m:t>=2</m:t>
                    </m:r>
                  </m:oMath>
                </a14:m>
                <a:r>
                  <a:rPr lang="en-GB" sz="2000" b="0" dirty="0"/>
                  <a:t> : </a:t>
                </a:r>
                <a:r>
                  <a:rPr lang="en-GB" sz="2000" dirty="0"/>
                  <a:t>With ANN</a:t>
                </a:r>
              </a:p>
            </p:txBody>
          </p:sp>
        </mc:Choice>
        <mc:Fallback xmlns="">
          <p:sp>
            <p:nvSpPr>
              <p:cNvPr id="8" name="Text Placeholder 7">
                <a:extLst>
                  <a:ext uri="{FF2B5EF4-FFF2-40B4-BE49-F238E27FC236}">
                    <a16:creationId xmlns:a16="http://schemas.microsoft.com/office/drawing/2014/main" id="{2D802EB9-703C-7E56-6429-830BC7DC72D9}"/>
                  </a:ext>
                </a:extLst>
              </p:cNvPr>
              <p:cNvSpPr>
                <a:spLocks noGrp="1" noRot="1" noChangeAspect="1" noMove="1" noResize="1" noEditPoints="1" noAdjustHandles="1" noChangeArrowheads="1" noChangeShapeType="1" noTextEdit="1"/>
              </p:cNvSpPr>
              <p:nvPr>
                <p:ph type="body" sz="quarter" idx="3"/>
              </p:nvPr>
            </p:nvSpPr>
            <p:spPr>
              <a:blipFill>
                <a:blip r:embed="rId4"/>
                <a:stretch>
                  <a:fillRect l="-1294" b="-14074"/>
                </a:stretch>
              </a:blipFill>
            </p:spPr>
            <p:txBody>
              <a:bodyPr/>
              <a:lstStyle/>
              <a:p>
                <a:r>
                  <a:rPr lang="en-GB">
                    <a:noFill/>
                  </a:rPr>
                  <a:t> </a:t>
                </a:r>
              </a:p>
            </p:txBody>
          </p:sp>
        </mc:Fallback>
      </mc:AlternateContent>
      <p:pic>
        <p:nvPicPr>
          <p:cNvPr id="16" name="Content Placeholder 15">
            <a:extLst>
              <a:ext uri="{FF2B5EF4-FFF2-40B4-BE49-F238E27FC236}">
                <a16:creationId xmlns:a16="http://schemas.microsoft.com/office/drawing/2014/main" id="{A4F8B4BD-B735-85E8-94CD-39837F924400}"/>
              </a:ext>
            </a:extLst>
          </p:cNvPr>
          <p:cNvPicPr>
            <a:picLocks noGrp="1" noChangeAspect="1"/>
          </p:cNvPicPr>
          <p:nvPr>
            <p:ph sz="quarter" idx="4"/>
          </p:nvPr>
        </p:nvPicPr>
        <p:blipFill>
          <a:blip r:embed="rId5">
            <a:extLst>
              <a:ext uri="{28A0092B-C50C-407E-A947-70E740481C1C}">
                <a14:useLocalDpi xmlns:a14="http://schemas.microsoft.com/office/drawing/2010/main" val="0"/>
              </a:ext>
            </a:extLst>
          </a:blip>
          <a:stretch>
            <a:fillRect/>
          </a:stretch>
        </p:blipFill>
        <p:spPr>
          <a:xfrm>
            <a:off x="7072312" y="2505075"/>
            <a:ext cx="4147874" cy="3110906"/>
          </a:xfrm>
          <a:prstGeom prst="rect">
            <a:avLst/>
          </a:prstGeom>
        </p:spPr>
      </p:pic>
      <p:sp>
        <p:nvSpPr>
          <p:cNvPr id="4" name="Content Placeholder 2">
            <a:extLst>
              <a:ext uri="{FF2B5EF4-FFF2-40B4-BE49-F238E27FC236}">
                <a16:creationId xmlns:a16="http://schemas.microsoft.com/office/drawing/2014/main" id="{23F5DDBA-6899-153B-068F-CC8C28904D6E}"/>
              </a:ext>
            </a:extLst>
          </p:cNvPr>
          <p:cNvSpPr txBox="1">
            <a:spLocks/>
          </p:cNvSpPr>
          <p:nvPr/>
        </p:nvSpPr>
        <p:spPr>
          <a:xfrm>
            <a:off x="1074055" y="5689597"/>
            <a:ext cx="10508343" cy="8239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2400" b="1" dirty="0">
                <a:solidFill>
                  <a:srgbClr val="C00000"/>
                </a:solidFill>
                <a:latin typeface="Times New Roman" panose="02020603050405020304" pitchFamily="18" charset="0"/>
                <a:cs typeface="Times New Roman" panose="02020603050405020304" pitchFamily="18" charset="0"/>
              </a:rPr>
              <a:t>ANN (Machine Learning) extracts actual physical profiles. </a:t>
            </a:r>
            <a:r>
              <a:rPr lang="en-GB" sz="2400" b="1" dirty="0">
                <a:solidFill>
                  <a:srgbClr val="C00000"/>
                </a:solidFill>
                <a:highlight>
                  <a:srgbClr val="FFFF00"/>
                </a:highlight>
                <a:latin typeface="Times New Roman" panose="02020603050405020304" pitchFamily="18" charset="0"/>
                <a:cs typeface="Times New Roman" panose="02020603050405020304" pitchFamily="18" charset="0"/>
              </a:rPr>
              <a:t>It is different from standard regression methods </a:t>
            </a:r>
            <a:endParaRPr lang="en-GB" sz="2400" dirty="0">
              <a:solidFill>
                <a:srgbClr val="C00000"/>
              </a:solidFill>
              <a:highlight>
                <a:srgbClr val="FFFF00"/>
              </a:highlight>
            </a:endParaRPr>
          </a:p>
        </p:txBody>
      </p:sp>
    </p:spTree>
    <p:extLst>
      <p:ext uri="{BB962C8B-B14F-4D97-AF65-F5344CB8AC3E}">
        <p14:creationId xmlns:p14="http://schemas.microsoft.com/office/powerpoint/2010/main" val="2979228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18B8B-1129-5A79-9FFB-36630A4DEDA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DD9FB41F-EAAD-8747-6CF2-DDB987E477D4}"/>
                  </a:ext>
                </a:extLst>
              </p:cNvPr>
              <p:cNvSpPr>
                <a:spLocks noGrp="1"/>
              </p:cNvSpPr>
              <p:nvPr>
                <p:ph type="body" idx="3"/>
              </p:nvPr>
            </p:nvSpPr>
            <p:spPr>
              <a:xfrm>
                <a:off x="6172200" y="1423649"/>
                <a:ext cx="5183188" cy="905894"/>
              </a:xfrm>
            </p:spPr>
            <p:txBody>
              <a:bodyPr>
                <a:normAutofit/>
              </a:bodyPr>
              <a:lstStyle/>
              <a:p>
                <a:r>
                  <a:rPr lang="en-GB" sz="2000" b="0" dirty="0"/>
                  <a:t>Fig 14: Slip velocity magnitude, </a:t>
                </a:r>
                <a14:m>
                  <m:oMath xmlns:m="http://schemas.openxmlformats.org/officeDocument/2006/math">
                    <m:sSub>
                      <m:sSubPr>
                        <m:ctrlPr>
                          <a:rPr lang="en-GB" sz="2000" b="0" i="1">
                            <a:latin typeface="Cambria Math" panose="02040503050406030204" pitchFamily="18" charset="0"/>
                          </a:rPr>
                        </m:ctrlPr>
                      </m:sSubPr>
                      <m:e>
                        <m:r>
                          <a:rPr lang="en-GB" sz="2000" b="0" i="1">
                            <a:latin typeface="Cambria Math" panose="02040503050406030204" pitchFamily="18" charset="0"/>
                          </a:rPr>
                          <m:t>𝐾</m:t>
                        </m:r>
                      </m:e>
                      <m:sub>
                        <m:r>
                          <a:rPr lang="en-GB" sz="2000" b="0" i="1">
                            <a:latin typeface="Cambria Math" panose="02040503050406030204" pitchFamily="18" charset="0"/>
                          </a:rPr>
                          <m:t>𝑛</m:t>
                        </m:r>
                      </m:sub>
                    </m:sSub>
                    <m:r>
                      <a:rPr lang="en-GB" sz="2000" b="0" i="1">
                        <a:latin typeface="Cambria Math" panose="02040503050406030204" pitchFamily="18" charset="0"/>
                      </a:rPr>
                      <m:t>=2,  </m:t>
                    </m:r>
                    <m:r>
                      <a:rPr lang="en-GB" sz="2000" b="0" i="1">
                        <a:latin typeface="Cambria Math" panose="02040503050406030204" pitchFamily="18" charset="0"/>
                      </a:rPr>
                      <m:t>𝑀𝑎</m:t>
                    </m:r>
                    <m:r>
                      <a:rPr lang="en-GB" sz="2000" b="0" i="1">
                        <a:latin typeface="Cambria Math" panose="02040503050406030204" pitchFamily="18" charset="0"/>
                      </a:rPr>
                      <m:t>=6</m:t>
                    </m:r>
                  </m:oMath>
                </a14:m>
                <a:r>
                  <a:rPr lang="en-GB" sz="2000" b="0" dirty="0"/>
                  <a:t> : </a:t>
                </a:r>
                <a:r>
                  <a:rPr lang="en-GB" sz="2000" dirty="0"/>
                  <a:t>With ANN</a:t>
                </a:r>
              </a:p>
            </p:txBody>
          </p:sp>
        </mc:Choice>
        <mc:Fallback xmlns="">
          <p:sp>
            <p:nvSpPr>
              <p:cNvPr id="8" name="Text Placeholder 7">
                <a:extLst>
                  <a:ext uri="{FF2B5EF4-FFF2-40B4-BE49-F238E27FC236}">
                    <a16:creationId xmlns:a16="http://schemas.microsoft.com/office/drawing/2014/main" id="{DD9FB41F-EAAD-8747-6CF2-DDB987E477D4}"/>
                  </a:ext>
                </a:extLst>
              </p:cNvPr>
              <p:cNvSpPr>
                <a:spLocks noGrp="1" noRot="1" noChangeAspect="1" noMove="1" noResize="1" noEditPoints="1" noAdjustHandles="1" noChangeArrowheads="1" noChangeShapeType="1" noTextEdit="1"/>
              </p:cNvSpPr>
              <p:nvPr>
                <p:ph type="body" idx="3"/>
              </p:nvPr>
            </p:nvSpPr>
            <p:spPr>
              <a:xfrm>
                <a:off x="6172200" y="1423649"/>
                <a:ext cx="5183188" cy="905894"/>
              </a:xfrm>
              <a:blipFill>
                <a:blip r:embed="rId2"/>
                <a:stretch>
                  <a:fillRect l="-1294" b="-1283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C51318D9-0C7D-7178-C5F4-5C2FE3692BA0}"/>
                  </a:ext>
                </a:extLst>
              </p:cNvPr>
              <p:cNvSpPr>
                <a:spLocks noGrp="1"/>
              </p:cNvSpPr>
              <p:nvPr>
                <p:ph type="body" sz="quarter" idx="1"/>
              </p:nvPr>
            </p:nvSpPr>
            <p:spPr>
              <a:xfrm>
                <a:off x="839788" y="1545885"/>
                <a:ext cx="5157787" cy="783658"/>
              </a:xfrm>
            </p:spPr>
            <p:txBody>
              <a:bodyPr>
                <a:normAutofit/>
              </a:bodyPr>
              <a:lstStyle/>
              <a:p>
                <a:r>
                  <a:rPr lang="en-GB" sz="2000" b="0" dirty="0"/>
                  <a:t>Fig 13: Slip velocity magnitude, </a:t>
                </a:r>
                <a14:m>
                  <m:oMath xmlns:m="http://schemas.openxmlformats.org/officeDocument/2006/math">
                    <m:sSub>
                      <m:sSubPr>
                        <m:ctrlPr>
                          <a:rPr lang="en-GB" sz="2000" b="0" i="1">
                            <a:latin typeface="Cambria Math" panose="02040503050406030204" pitchFamily="18" charset="0"/>
                          </a:rPr>
                        </m:ctrlPr>
                      </m:sSubPr>
                      <m:e>
                        <m:r>
                          <a:rPr lang="en-GB" sz="2000" b="0" i="1">
                            <a:latin typeface="Cambria Math" panose="02040503050406030204" pitchFamily="18" charset="0"/>
                          </a:rPr>
                          <m:t>𝐾</m:t>
                        </m:r>
                      </m:e>
                      <m:sub>
                        <m:r>
                          <a:rPr lang="en-GB" sz="2000" b="0" i="1">
                            <a:latin typeface="Cambria Math" panose="02040503050406030204" pitchFamily="18" charset="0"/>
                          </a:rPr>
                          <m:t>𝑛</m:t>
                        </m:r>
                      </m:sub>
                    </m:sSub>
                    <m:r>
                      <a:rPr lang="en-GB" sz="2000" b="0" i="1">
                        <a:latin typeface="Cambria Math" panose="02040503050406030204" pitchFamily="18" charset="0"/>
                      </a:rPr>
                      <m:t>=2,  </m:t>
                    </m:r>
                    <m:r>
                      <a:rPr lang="en-GB" sz="2000" b="0" i="1">
                        <a:latin typeface="Cambria Math" panose="02040503050406030204" pitchFamily="18" charset="0"/>
                      </a:rPr>
                      <m:t>𝑀𝑎</m:t>
                    </m:r>
                    <m:r>
                      <a:rPr lang="en-GB" sz="2000" b="0" i="1">
                        <a:latin typeface="Cambria Math" panose="02040503050406030204" pitchFamily="18" charset="0"/>
                      </a:rPr>
                      <m:t>=6</m:t>
                    </m:r>
                  </m:oMath>
                </a14:m>
                <a:r>
                  <a:rPr lang="en-GB" sz="2000" b="0" dirty="0"/>
                  <a:t> : </a:t>
                </a:r>
                <a:r>
                  <a:rPr lang="en-GB" sz="2000" dirty="0"/>
                  <a:t>Without ANN</a:t>
                </a:r>
              </a:p>
            </p:txBody>
          </p:sp>
        </mc:Choice>
        <mc:Fallback xmlns="">
          <p:sp>
            <p:nvSpPr>
              <p:cNvPr id="6" name="Text Placeholder 5">
                <a:extLst>
                  <a:ext uri="{FF2B5EF4-FFF2-40B4-BE49-F238E27FC236}">
                    <a16:creationId xmlns:a16="http://schemas.microsoft.com/office/drawing/2014/main" id="{C51318D9-0C7D-7178-C5F4-5C2FE3692BA0}"/>
                  </a:ext>
                </a:extLst>
              </p:cNvPr>
              <p:cNvSpPr>
                <a:spLocks noGrp="1" noRot="1" noChangeAspect="1" noMove="1" noResize="1" noEditPoints="1" noAdjustHandles="1" noChangeArrowheads="1" noChangeShapeType="1" noTextEdit="1"/>
              </p:cNvSpPr>
              <p:nvPr>
                <p:ph type="body" sz="quarter" idx="1"/>
              </p:nvPr>
            </p:nvSpPr>
            <p:spPr>
              <a:xfrm>
                <a:off x="839788" y="1545885"/>
                <a:ext cx="5157787" cy="783658"/>
              </a:xfrm>
              <a:blipFill>
                <a:blip r:embed="rId3"/>
                <a:stretch>
                  <a:fillRect l="-1300" b="-14844"/>
                </a:stretch>
              </a:blipFill>
            </p:spPr>
            <p:txBody>
              <a:bodyPr/>
              <a:lstStyle/>
              <a:p>
                <a:r>
                  <a:rPr lang="en-GB">
                    <a:noFill/>
                  </a:rPr>
                  <a:t> </a:t>
                </a:r>
              </a:p>
            </p:txBody>
          </p:sp>
        </mc:Fallback>
      </mc:AlternateContent>
      <p:pic>
        <p:nvPicPr>
          <p:cNvPr id="12" name="Content Placeholder 11">
            <a:extLst>
              <a:ext uri="{FF2B5EF4-FFF2-40B4-BE49-F238E27FC236}">
                <a16:creationId xmlns:a16="http://schemas.microsoft.com/office/drawing/2014/main" id="{E82519D5-70A9-211C-EE71-B8FB096780C9}"/>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1828799" y="2505075"/>
            <a:ext cx="4046273" cy="3034705"/>
          </a:xfrm>
          <a:prstGeom prst="rect">
            <a:avLst/>
          </a:prstGeom>
        </p:spPr>
      </p:pic>
      <p:pic>
        <p:nvPicPr>
          <p:cNvPr id="16" name="Content Placeholder 15">
            <a:extLst>
              <a:ext uri="{FF2B5EF4-FFF2-40B4-BE49-F238E27FC236}">
                <a16:creationId xmlns:a16="http://schemas.microsoft.com/office/drawing/2014/main" id="{E0569599-D0E4-2AD0-A024-EB69439A67D9}"/>
              </a:ext>
            </a:extLst>
          </p:cNvPr>
          <p:cNvPicPr>
            <a:picLocks noGrp="1" noChangeAspect="1"/>
          </p:cNvPicPr>
          <p:nvPr>
            <p:ph sz="quarter" idx="4"/>
          </p:nvPr>
        </p:nvPicPr>
        <p:blipFill>
          <a:blip r:embed="rId5">
            <a:extLst>
              <a:ext uri="{28A0092B-C50C-407E-A947-70E740481C1C}">
                <a14:useLocalDpi xmlns:a14="http://schemas.microsoft.com/office/drawing/2010/main" val="0"/>
              </a:ext>
            </a:extLst>
          </a:blip>
          <a:stretch>
            <a:fillRect/>
          </a:stretch>
        </p:blipFill>
        <p:spPr>
          <a:xfrm>
            <a:off x="6966856" y="2505075"/>
            <a:ext cx="4253329" cy="3189997"/>
          </a:xfrm>
          <a:prstGeom prst="rect">
            <a:avLst/>
          </a:prstGeom>
        </p:spPr>
      </p:pic>
      <p:sp>
        <p:nvSpPr>
          <p:cNvPr id="9" name="Title 1">
            <a:extLst>
              <a:ext uri="{FF2B5EF4-FFF2-40B4-BE49-F238E27FC236}">
                <a16:creationId xmlns:a16="http://schemas.microsoft.com/office/drawing/2014/main" id="{482FD25F-2C57-1D5C-62DB-FEEE7A0CAFC8}"/>
              </a:ext>
            </a:extLst>
          </p:cNvPr>
          <p:cNvSpPr>
            <a:spLocks noGrp="1"/>
          </p:cNvSpPr>
          <p:nvPr>
            <p:ph type="title"/>
          </p:nvPr>
        </p:nvSpPr>
        <p:spPr>
          <a:xfrm>
            <a:off x="1828800" y="365126"/>
            <a:ext cx="9114971" cy="1180760"/>
          </a:xfrm>
        </p:spPr>
        <p:txBody>
          <a:bodyPr>
            <a:noAutofit/>
          </a:bodyPr>
          <a:lstStyle/>
          <a:p>
            <a:pPr algn="ctr"/>
            <a:r>
              <a:rPr lang="en-GB" sz="4000" b="1" dirty="0"/>
              <a:t>Results: Non-local equilibrium vs noise</a:t>
            </a:r>
          </a:p>
        </p:txBody>
      </p:sp>
      <p:sp>
        <p:nvSpPr>
          <p:cNvPr id="14" name="Content Placeholder 2">
            <a:extLst>
              <a:ext uri="{FF2B5EF4-FFF2-40B4-BE49-F238E27FC236}">
                <a16:creationId xmlns:a16="http://schemas.microsoft.com/office/drawing/2014/main" id="{26A4888D-E2BE-E888-894D-A66439C82326}"/>
              </a:ext>
            </a:extLst>
          </p:cNvPr>
          <p:cNvSpPr txBox="1">
            <a:spLocks/>
          </p:cNvSpPr>
          <p:nvPr/>
        </p:nvSpPr>
        <p:spPr>
          <a:xfrm>
            <a:off x="1074055" y="5689597"/>
            <a:ext cx="10508343" cy="8239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2400" b="1" dirty="0">
                <a:solidFill>
                  <a:srgbClr val="C00000"/>
                </a:solidFill>
                <a:latin typeface="Times New Roman" panose="02020603050405020304" pitchFamily="18" charset="0"/>
                <a:cs typeface="Times New Roman" panose="02020603050405020304" pitchFamily="18" charset="0"/>
              </a:rPr>
              <a:t>ANN (Machine Learning) extracts actual physical profiles</a:t>
            </a:r>
            <a:r>
              <a:rPr lang="en-GB" sz="2400" b="1" dirty="0">
                <a:solidFill>
                  <a:srgbClr val="C00000"/>
                </a:solidFill>
                <a:highlight>
                  <a:srgbClr val="FFFF00"/>
                </a:highlight>
                <a:latin typeface="Times New Roman" panose="02020603050405020304" pitchFamily="18" charset="0"/>
                <a:cs typeface="Times New Roman" panose="02020603050405020304" pitchFamily="18" charset="0"/>
              </a:rPr>
              <a:t>. It is different from standard regression methods </a:t>
            </a:r>
            <a:endParaRPr lang="en-GB" sz="2400" dirty="0">
              <a:solidFill>
                <a:srgbClr val="C00000"/>
              </a:solidFill>
              <a:highlight>
                <a:srgbClr val="FFFF00"/>
              </a:highlight>
            </a:endParaRPr>
          </a:p>
        </p:txBody>
      </p:sp>
    </p:spTree>
    <p:extLst>
      <p:ext uri="{BB962C8B-B14F-4D97-AF65-F5344CB8AC3E}">
        <p14:creationId xmlns:p14="http://schemas.microsoft.com/office/powerpoint/2010/main" val="2566936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50002-9692-0AB1-C394-1A35C67E105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66AF78DF-0060-0C42-A2B4-773BF6799E5B}"/>
                  </a:ext>
                </a:extLst>
              </p:cNvPr>
              <p:cNvSpPr>
                <a:spLocks noGrp="1"/>
              </p:cNvSpPr>
              <p:nvPr>
                <p:ph type="body" idx="1"/>
              </p:nvPr>
            </p:nvSpPr>
            <p:spPr>
              <a:xfrm>
                <a:off x="839788" y="1545885"/>
                <a:ext cx="5157787" cy="827201"/>
              </a:xfrm>
            </p:spPr>
            <p:txBody>
              <a:bodyPr>
                <a:normAutofit/>
              </a:bodyPr>
              <a:lstStyle/>
              <a:p>
                <a:r>
                  <a:rPr lang="en-GB" sz="2000" b="0" dirty="0"/>
                  <a:t>Fig 15: Slip velocity magnitude, </a:t>
                </a:r>
                <a14:m>
                  <m:oMath xmlns:m="http://schemas.openxmlformats.org/officeDocument/2006/math">
                    <m:sSub>
                      <m:sSubPr>
                        <m:ctrlPr>
                          <a:rPr lang="en-GB" sz="2000" b="0" i="1">
                            <a:latin typeface="Cambria Math" panose="02040503050406030204" pitchFamily="18" charset="0"/>
                          </a:rPr>
                        </m:ctrlPr>
                      </m:sSubPr>
                      <m:e>
                        <m:r>
                          <a:rPr lang="en-GB" sz="2000" b="0" i="1">
                            <a:latin typeface="Cambria Math" panose="02040503050406030204" pitchFamily="18" charset="0"/>
                          </a:rPr>
                          <m:t>𝐾</m:t>
                        </m:r>
                      </m:e>
                      <m:sub>
                        <m:r>
                          <a:rPr lang="en-GB" sz="2000" b="0" i="1">
                            <a:latin typeface="Cambria Math" panose="02040503050406030204" pitchFamily="18" charset="0"/>
                          </a:rPr>
                          <m:t>𝑛</m:t>
                        </m:r>
                      </m:sub>
                    </m:sSub>
                    <m:r>
                      <a:rPr lang="en-GB" sz="2000" b="0" i="1">
                        <a:latin typeface="Cambria Math" panose="02040503050406030204" pitchFamily="18" charset="0"/>
                      </a:rPr>
                      <m:t>=</m:t>
                    </m:r>
                    <m:r>
                      <a:rPr lang="en-GB" sz="2000" b="0" i="1" smtClean="0">
                        <a:latin typeface="Cambria Math" panose="02040503050406030204" pitchFamily="18" charset="0"/>
                      </a:rPr>
                      <m:t>0.05</m:t>
                    </m:r>
                    <m:r>
                      <a:rPr lang="en-GB" sz="2000" b="0" i="1">
                        <a:latin typeface="Cambria Math" panose="02040503050406030204" pitchFamily="18" charset="0"/>
                      </a:rPr>
                      <m:t>,  </m:t>
                    </m:r>
                    <m:r>
                      <a:rPr lang="en-GB" sz="2000" b="0" i="1">
                        <a:latin typeface="Cambria Math" panose="02040503050406030204" pitchFamily="18" charset="0"/>
                      </a:rPr>
                      <m:t>𝑀𝑎</m:t>
                    </m:r>
                    <m:r>
                      <a:rPr lang="en-GB" sz="2000" b="0" i="1">
                        <a:latin typeface="Cambria Math" panose="02040503050406030204" pitchFamily="18" charset="0"/>
                      </a:rPr>
                      <m:t>=2</m:t>
                    </m:r>
                  </m:oMath>
                </a14:m>
                <a:r>
                  <a:rPr lang="en-GB" sz="2000" b="0" dirty="0"/>
                  <a:t> : </a:t>
                </a:r>
                <a:r>
                  <a:rPr lang="en-GB" sz="2000" dirty="0"/>
                  <a:t>ANN vs Smooth Bezier</a:t>
                </a:r>
              </a:p>
            </p:txBody>
          </p:sp>
        </mc:Choice>
        <mc:Fallback xmlns="">
          <p:sp>
            <p:nvSpPr>
              <p:cNvPr id="6" name="Text Placeholder 5">
                <a:extLst>
                  <a:ext uri="{FF2B5EF4-FFF2-40B4-BE49-F238E27FC236}">
                    <a16:creationId xmlns:a16="http://schemas.microsoft.com/office/drawing/2014/main" id="{66AF78DF-0060-0C42-A2B4-773BF6799E5B}"/>
                  </a:ext>
                </a:extLst>
              </p:cNvPr>
              <p:cNvSpPr>
                <a:spLocks noGrp="1" noRot="1" noChangeAspect="1" noMove="1" noResize="1" noEditPoints="1" noAdjustHandles="1" noChangeArrowheads="1" noChangeShapeType="1" noTextEdit="1"/>
              </p:cNvSpPr>
              <p:nvPr>
                <p:ph type="body" idx="1"/>
              </p:nvPr>
            </p:nvSpPr>
            <p:spPr>
              <a:xfrm>
                <a:off x="839788" y="1545885"/>
                <a:ext cx="5157787" cy="827201"/>
              </a:xfrm>
              <a:blipFill>
                <a:blip r:embed="rId2"/>
                <a:stretch>
                  <a:fillRect l="-1300" b="-14074"/>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8" name="Text Placeholder 7">
                <a:extLst>
                  <a:ext uri="{FF2B5EF4-FFF2-40B4-BE49-F238E27FC236}">
                    <a16:creationId xmlns:a16="http://schemas.microsoft.com/office/drawing/2014/main" id="{09AC9D6A-DA7A-3A9D-1D4E-040833ECAD3A}"/>
                  </a:ext>
                </a:extLst>
              </p:cNvPr>
              <p:cNvSpPr>
                <a:spLocks noGrp="1"/>
              </p:cNvSpPr>
              <p:nvPr>
                <p:ph type="body" sz="quarter" idx="3"/>
              </p:nvPr>
            </p:nvSpPr>
            <p:spPr>
              <a:xfrm>
                <a:off x="5997575" y="1423648"/>
                <a:ext cx="5357813" cy="949437"/>
              </a:xfrm>
            </p:spPr>
            <p:txBody>
              <a:bodyPr>
                <a:normAutofit/>
              </a:bodyPr>
              <a:lstStyle/>
              <a:p>
                <a:r>
                  <a:rPr lang="en-GB" sz="2000" b="0" dirty="0"/>
                  <a:t>Fig 12: Fig 16: Surface gas temperature, </a:t>
                </a:r>
                <a14:m>
                  <m:oMath xmlns:m="http://schemas.openxmlformats.org/officeDocument/2006/math">
                    <m:sSub>
                      <m:sSubPr>
                        <m:ctrlPr>
                          <a:rPr lang="en-GB" sz="2000" b="0" i="1">
                            <a:latin typeface="Cambria Math" panose="02040503050406030204" pitchFamily="18" charset="0"/>
                          </a:rPr>
                        </m:ctrlPr>
                      </m:sSubPr>
                      <m:e>
                        <m:r>
                          <a:rPr lang="en-GB" sz="2000" b="0" i="1">
                            <a:latin typeface="Cambria Math" panose="02040503050406030204" pitchFamily="18" charset="0"/>
                          </a:rPr>
                          <m:t>𝐾</m:t>
                        </m:r>
                      </m:e>
                      <m:sub>
                        <m:r>
                          <a:rPr lang="en-GB" sz="2000" b="0" i="1">
                            <a:latin typeface="Cambria Math" panose="02040503050406030204" pitchFamily="18" charset="0"/>
                          </a:rPr>
                          <m:t>𝑛</m:t>
                        </m:r>
                      </m:sub>
                    </m:sSub>
                    <m:r>
                      <a:rPr lang="en-GB" sz="2000" b="0" i="1">
                        <a:latin typeface="Cambria Math" panose="02040503050406030204" pitchFamily="18" charset="0"/>
                      </a:rPr>
                      <m:t>=</m:t>
                    </m:r>
                    <m:r>
                      <a:rPr lang="en-GB" sz="2000" b="0" i="1" smtClean="0">
                        <a:latin typeface="Cambria Math" panose="02040503050406030204" pitchFamily="18" charset="0"/>
                      </a:rPr>
                      <m:t>0.05</m:t>
                    </m:r>
                    <m:r>
                      <a:rPr lang="en-GB" sz="2000" b="0" i="1">
                        <a:latin typeface="Cambria Math" panose="02040503050406030204" pitchFamily="18" charset="0"/>
                      </a:rPr>
                      <m:t>,  </m:t>
                    </m:r>
                    <m:r>
                      <a:rPr lang="en-GB" sz="2000" b="0" i="1">
                        <a:latin typeface="Cambria Math" panose="02040503050406030204" pitchFamily="18" charset="0"/>
                      </a:rPr>
                      <m:t>𝑀𝑎</m:t>
                    </m:r>
                    <m:r>
                      <a:rPr lang="en-GB" sz="2000" b="0" i="1">
                        <a:latin typeface="Cambria Math" panose="02040503050406030204" pitchFamily="18" charset="0"/>
                      </a:rPr>
                      <m:t>=2</m:t>
                    </m:r>
                  </m:oMath>
                </a14:m>
                <a:r>
                  <a:rPr lang="en-GB" sz="2000" b="0" dirty="0"/>
                  <a:t> : </a:t>
                </a:r>
                <a:r>
                  <a:rPr lang="en-GB" sz="2000" dirty="0"/>
                  <a:t>ANN vs Smooth Bezier</a:t>
                </a:r>
              </a:p>
            </p:txBody>
          </p:sp>
        </mc:Choice>
        <mc:Fallback>
          <p:sp>
            <p:nvSpPr>
              <p:cNvPr id="8" name="Text Placeholder 7">
                <a:extLst>
                  <a:ext uri="{FF2B5EF4-FFF2-40B4-BE49-F238E27FC236}">
                    <a16:creationId xmlns:a16="http://schemas.microsoft.com/office/drawing/2014/main" id="{09AC9D6A-DA7A-3A9D-1D4E-040833ECAD3A}"/>
                  </a:ext>
                </a:extLst>
              </p:cNvPr>
              <p:cNvSpPr>
                <a:spLocks noGrp="1" noRot="1" noChangeAspect="1" noMove="1" noResize="1" noEditPoints="1" noAdjustHandles="1" noChangeArrowheads="1" noChangeShapeType="1" noTextEdit="1"/>
              </p:cNvSpPr>
              <p:nvPr>
                <p:ph type="body" sz="quarter" idx="3"/>
              </p:nvPr>
            </p:nvSpPr>
            <p:spPr>
              <a:xfrm>
                <a:off x="5997575" y="1423648"/>
                <a:ext cx="5357813" cy="949437"/>
              </a:xfrm>
              <a:blipFill>
                <a:blip r:embed="rId3"/>
                <a:stretch>
                  <a:fillRect l="-1251" b="-12258"/>
                </a:stretch>
              </a:blipFill>
            </p:spPr>
            <p:txBody>
              <a:bodyPr/>
              <a:lstStyle/>
              <a:p>
                <a:r>
                  <a:rPr lang="fr-FR">
                    <a:noFill/>
                  </a:rPr>
                  <a:t> </a:t>
                </a:r>
              </a:p>
            </p:txBody>
          </p:sp>
        </mc:Fallback>
      </mc:AlternateContent>
      <p:pic>
        <p:nvPicPr>
          <p:cNvPr id="25" name="Content Placeholder 24">
            <a:extLst>
              <a:ext uri="{FF2B5EF4-FFF2-40B4-BE49-F238E27FC236}">
                <a16:creationId xmlns:a16="http://schemas.microsoft.com/office/drawing/2014/main" id="{F9237A69-0A88-55E3-BEDA-7A2F7BB808AF}"/>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1973943" y="2505075"/>
            <a:ext cx="3901130" cy="2925848"/>
          </a:xfrm>
          <a:prstGeom prst="rect">
            <a:avLst/>
          </a:prstGeom>
        </p:spPr>
      </p:pic>
      <p:pic>
        <p:nvPicPr>
          <p:cNvPr id="27" name="Content Placeholder 26">
            <a:extLst>
              <a:ext uri="{FF2B5EF4-FFF2-40B4-BE49-F238E27FC236}">
                <a16:creationId xmlns:a16="http://schemas.microsoft.com/office/drawing/2014/main" id="{1FF89F52-1FA4-E0CD-CFBB-FCE51C8E24DF}"/>
              </a:ext>
            </a:extLst>
          </p:cNvPr>
          <p:cNvPicPr>
            <a:picLocks noGrp="1" noChangeAspect="1"/>
          </p:cNvPicPr>
          <p:nvPr>
            <p:ph sz="quarter" idx="4"/>
          </p:nvPr>
        </p:nvPicPr>
        <p:blipFill>
          <a:blip r:embed="rId5">
            <a:extLst>
              <a:ext uri="{28A0092B-C50C-407E-A947-70E740481C1C}">
                <a14:useLocalDpi xmlns:a14="http://schemas.microsoft.com/office/drawing/2010/main" val="0"/>
              </a:ext>
            </a:extLst>
          </a:blip>
          <a:stretch>
            <a:fillRect/>
          </a:stretch>
        </p:blipFill>
        <p:spPr>
          <a:xfrm>
            <a:off x="7155543" y="2505075"/>
            <a:ext cx="4064642" cy="3048482"/>
          </a:xfrm>
          <a:prstGeom prst="rect">
            <a:avLst/>
          </a:prstGeom>
        </p:spPr>
      </p:pic>
      <p:sp>
        <p:nvSpPr>
          <p:cNvPr id="4" name="Title 1">
            <a:extLst>
              <a:ext uri="{FF2B5EF4-FFF2-40B4-BE49-F238E27FC236}">
                <a16:creationId xmlns:a16="http://schemas.microsoft.com/office/drawing/2014/main" id="{03AE65C6-B779-57F4-3A34-78F3A0D4539C}"/>
              </a:ext>
            </a:extLst>
          </p:cNvPr>
          <p:cNvSpPr>
            <a:spLocks noGrp="1"/>
          </p:cNvSpPr>
          <p:nvPr>
            <p:ph type="title"/>
          </p:nvPr>
        </p:nvSpPr>
        <p:spPr>
          <a:xfrm>
            <a:off x="1828800" y="365126"/>
            <a:ext cx="9114971" cy="1180760"/>
          </a:xfrm>
        </p:spPr>
        <p:txBody>
          <a:bodyPr>
            <a:noAutofit/>
          </a:bodyPr>
          <a:lstStyle/>
          <a:p>
            <a:pPr algn="ctr"/>
            <a:r>
              <a:rPr lang="en-GB" sz="4000" b="1" dirty="0"/>
              <a:t>Results: Non-local equilibrium vs noise</a:t>
            </a:r>
          </a:p>
        </p:txBody>
      </p:sp>
      <p:sp>
        <p:nvSpPr>
          <p:cNvPr id="13" name="Content Placeholder 2">
            <a:extLst>
              <a:ext uri="{FF2B5EF4-FFF2-40B4-BE49-F238E27FC236}">
                <a16:creationId xmlns:a16="http://schemas.microsoft.com/office/drawing/2014/main" id="{A7D4AFDC-1F67-0346-9AD9-24C025409DD0}"/>
              </a:ext>
            </a:extLst>
          </p:cNvPr>
          <p:cNvSpPr txBox="1">
            <a:spLocks/>
          </p:cNvSpPr>
          <p:nvPr/>
        </p:nvSpPr>
        <p:spPr>
          <a:xfrm>
            <a:off x="1074055" y="5689597"/>
            <a:ext cx="10508343" cy="8239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2400" b="1" dirty="0">
                <a:solidFill>
                  <a:srgbClr val="C00000"/>
                </a:solidFill>
                <a:latin typeface="Times New Roman" panose="02020603050405020304" pitchFamily="18" charset="0"/>
                <a:cs typeface="Times New Roman" panose="02020603050405020304" pitchFamily="18" charset="0"/>
              </a:rPr>
              <a:t>ANN (Machine Learning) extracts actual physical profiles. </a:t>
            </a:r>
            <a:r>
              <a:rPr lang="en-GB" sz="2400" b="1" dirty="0">
                <a:solidFill>
                  <a:srgbClr val="C00000"/>
                </a:solidFill>
                <a:highlight>
                  <a:srgbClr val="FFFF00"/>
                </a:highlight>
                <a:latin typeface="Times New Roman" panose="02020603050405020304" pitchFamily="18" charset="0"/>
                <a:cs typeface="Times New Roman" panose="02020603050405020304" pitchFamily="18" charset="0"/>
              </a:rPr>
              <a:t>It is different from a mere data fitting </a:t>
            </a:r>
            <a:endParaRPr lang="en-GB" sz="2400" dirty="0">
              <a:solidFill>
                <a:srgbClr val="C00000"/>
              </a:solidFill>
              <a:highlight>
                <a:srgbClr val="FFFF00"/>
              </a:highlight>
            </a:endParaRPr>
          </a:p>
        </p:txBody>
      </p:sp>
    </p:spTree>
    <p:extLst>
      <p:ext uri="{BB962C8B-B14F-4D97-AF65-F5344CB8AC3E}">
        <p14:creationId xmlns:p14="http://schemas.microsoft.com/office/powerpoint/2010/main" val="291234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74320-D84B-A2C1-A9EE-26210CDA4C8F}"/>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 Placeholder 5">
                <a:extLst>
                  <a:ext uri="{FF2B5EF4-FFF2-40B4-BE49-F238E27FC236}">
                    <a16:creationId xmlns:a16="http://schemas.microsoft.com/office/drawing/2014/main" id="{4077E3A9-1AB6-15E3-AE60-5B0F2275B3C8}"/>
                  </a:ext>
                </a:extLst>
              </p:cNvPr>
              <p:cNvSpPr>
                <a:spLocks noGrp="1"/>
              </p:cNvSpPr>
              <p:nvPr>
                <p:ph type="body" idx="1"/>
              </p:nvPr>
            </p:nvSpPr>
            <p:spPr>
              <a:xfrm>
                <a:off x="839788" y="1545885"/>
                <a:ext cx="5157787" cy="805429"/>
              </a:xfrm>
            </p:spPr>
            <p:txBody>
              <a:bodyPr>
                <a:normAutofit/>
              </a:bodyPr>
              <a:lstStyle/>
              <a:p>
                <a:r>
                  <a:rPr lang="en-GB" sz="2000" b="0" dirty="0"/>
                  <a:t>Fig 17: Slip velocity magnitude, </a:t>
                </a:r>
                <a14:m>
                  <m:oMath xmlns:m="http://schemas.openxmlformats.org/officeDocument/2006/math">
                    <m:sSub>
                      <m:sSubPr>
                        <m:ctrlPr>
                          <a:rPr lang="en-GB" sz="2000" b="0" i="1">
                            <a:latin typeface="Cambria Math" panose="02040503050406030204" pitchFamily="18" charset="0"/>
                          </a:rPr>
                        </m:ctrlPr>
                      </m:sSubPr>
                      <m:e>
                        <m:r>
                          <a:rPr lang="en-GB" sz="2000" b="0" i="1">
                            <a:latin typeface="Cambria Math" panose="02040503050406030204" pitchFamily="18" charset="0"/>
                          </a:rPr>
                          <m:t>𝐾</m:t>
                        </m:r>
                      </m:e>
                      <m:sub>
                        <m:r>
                          <a:rPr lang="en-GB" sz="2000" b="0" i="1">
                            <a:latin typeface="Cambria Math" panose="02040503050406030204" pitchFamily="18" charset="0"/>
                          </a:rPr>
                          <m:t>𝑛</m:t>
                        </m:r>
                      </m:sub>
                    </m:sSub>
                    <m:r>
                      <a:rPr lang="en-GB" sz="2000" b="0" i="1">
                        <a:latin typeface="Cambria Math" panose="02040503050406030204" pitchFamily="18" charset="0"/>
                      </a:rPr>
                      <m:t>=</m:t>
                    </m:r>
                    <m:r>
                      <a:rPr lang="en-GB" sz="2000" b="0" i="1" smtClean="0">
                        <a:latin typeface="Cambria Math" panose="02040503050406030204" pitchFamily="18" charset="0"/>
                      </a:rPr>
                      <m:t>2</m:t>
                    </m:r>
                    <m:r>
                      <a:rPr lang="en-GB" sz="2000" b="0" i="1">
                        <a:latin typeface="Cambria Math" panose="02040503050406030204" pitchFamily="18" charset="0"/>
                      </a:rPr>
                      <m:t>,  </m:t>
                    </m:r>
                    <m:r>
                      <a:rPr lang="en-GB" sz="2000" b="0" i="1">
                        <a:latin typeface="Cambria Math" panose="02040503050406030204" pitchFamily="18" charset="0"/>
                      </a:rPr>
                      <m:t>𝑀𝑎</m:t>
                    </m:r>
                    <m:r>
                      <a:rPr lang="en-GB" sz="2000" b="0" i="1">
                        <a:latin typeface="Cambria Math" panose="02040503050406030204" pitchFamily="18" charset="0"/>
                      </a:rPr>
                      <m:t>=6</m:t>
                    </m:r>
                  </m:oMath>
                </a14:m>
                <a:r>
                  <a:rPr lang="en-GB" sz="2000" b="0" dirty="0"/>
                  <a:t> : </a:t>
                </a:r>
                <a:r>
                  <a:rPr lang="en-GB" sz="2000" dirty="0"/>
                  <a:t>ANN vs Smooth Bezier</a:t>
                </a:r>
              </a:p>
            </p:txBody>
          </p:sp>
        </mc:Choice>
        <mc:Fallback>
          <p:sp>
            <p:nvSpPr>
              <p:cNvPr id="6" name="Text Placeholder 5">
                <a:extLst>
                  <a:ext uri="{FF2B5EF4-FFF2-40B4-BE49-F238E27FC236}">
                    <a16:creationId xmlns:a16="http://schemas.microsoft.com/office/drawing/2014/main" id="{4077E3A9-1AB6-15E3-AE60-5B0F2275B3C8}"/>
                  </a:ext>
                </a:extLst>
              </p:cNvPr>
              <p:cNvSpPr>
                <a:spLocks noGrp="1" noRot="1" noChangeAspect="1" noMove="1" noResize="1" noEditPoints="1" noAdjustHandles="1" noChangeArrowheads="1" noChangeShapeType="1" noTextEdit="1"/>
              </p:cNvSpPr>
              <p:nvPr>
                <p:ph type="body" idx="1"/>
              </p:nvPr>
            </p:nvSpPr>
            <p:spPr>
              <a:xfrm>
                <a:off x="839788" y="1545885"/>
                <a:ext cx="5157787" cy="805429"/>
              </a:xfrm>
              <a:blipFill>
                <a:blip r:embed="rId2"/>
                <a:stretch>
                  <a:fillRect l="-1300" b="-14394"/>
                </a:stretch>
              </a:blipFill>
            </p:spPr>
            <p:txBody>
              <a:bodyPr/>
              <a:lstStyle/>
              <a:p>
                <a:r>
                  <a:rPr lang="fr-FR">
                    <a:noFill/>
                  </a:rPr>
                  <a:t> </a:t>
                </a:r>
              </a:p>
            </p:txBody>
          </p:sp>
        </mc:Fallback>
      </mc:AlternateContent>
      <mc:AlternateContent xmlns:mc="http://schemas.openxmlformats.org/markup-compatibility/2006">
        <mc:Choice xmlns:a14="http://schemas.microsoft.com/office/drawing/2010/main" Requires="a14">
          <p:sp>
            <p:nvSpPr>
              <p:cNvPr id="8" name="Text Placeholder 7">
                <a:extLst>
                  <a:ext uri="{FF2B5EF4-FFF2-40B4-BE49-F238E27FC236}">
                    <a16:creationId xmlns:a16="http://schemas.microsoft.com/office/drawing/2014/main" id="{6773251F-50B9-B48C-B4B6-214BC175CB58}"/>
                  </a:ext>
                </a:extLst>
              </p:cNvPr>
              <p:cNvSpPr>
                <a:spLocks noGrp="1"/>
              </p:cNvSpPr>
              <p:nvPr>
                <p:ph type="body" sz="quarter" idx="3"/>
              </p:nvPr>
            </p:nvSpPr>
            <p:spPr>
              <a:xfrm>
                <a:off x="6172200" y="1423648"/>
                <a:ext cx="5183188" cy="927665"/>
              </a:xfrm>
            </p:spPr>
            <p:txBody>
              <a:bodyPr>
                <a:normAutofit/>
              </a:bodyPr>
              <a:lstStyle/>
              <a:p>
                <a:r>
                  <a:rPr lang="en-GB" sz="2000" b="0" dirty="0"/>
                  <a:t>Fig 18: Surface gas temperature, </a:t>
                </a:r>
                <a14:m>
                  <m:oMath xmlns:m="http://schemas.openxmlformats.org/officeDocument/2006/math">
                    <m:sSub>
                      <m:sSubPr>
                        <m:ctrlPr>
                          <a:rPr lang="en-GB" sz="2000" b="0" i="1">
                            <a:latin typeface="Cambria Math" panose="02040503050406030204" pitchFamily="18" charset="0"/>
                          </a:rPr>
                        </m:ctrlPr>
                      </m:sSubPr>
                      <m:e>
                        <m:r>
                          <a:rPr lang="en-GB" sz="2000" b="0" i="1">
                            <a:latin typeface="Cambria Math" panose="02040503050406030204" pitchFamily="18" charset="0"/>
                          </a:rPr>
                          <m:t>𝐾</m:t>
                        </m:r>
                      </m:e>
                      <m:sub>
                        <m:r>
                          <a:rPr lang="en-GB" sz="2000" b="0" i="1">
                            <a:latin typeface="Cambria Math" panose="02040503050406030204" pitchFamily="18" charset="0"/>
                          </a:rPr>
                          <m:t>𝑛</m:t>
                        </m:r>
                      </m:sub>
                    </m:sSub>
                    <m:r>
                      <a:rPr lang="en-GB" sz="2000" b="0" i="1">
                        <a:latin typeface="Cambria Math" panose="02040503050406030204" pitchFamily="18" charset="0"/>
                      </a:rPr>
                      <m:t>=</m:t>
                    </m:r>
                    <m:r>
                      <a:rPr lang="en-GB" sz="2000" b="0" i="1" smtClean="0">
                        <a:latin typeface="Cambria Math" panose="02040503050406030204" pitchFamily="18" charset="0"/>
                      </a:rPr>
                      <m:t>2</m:t>
                    </m:r>
                    <m:r>
                      <a:rPr lang="en-GB" sz="2000" b="0" i="1">
                        <a:latin typeface="Cambria Math" panose="02040503050406030204" pitchFamily="18" charset="0"/>
                      </a:rPr>
                      <m:t>,  </m:t>
                    </m:r>
                    <m:r>
                      <a:rPr lang="en-GB" sz="2000" b="0" i="1">
                        <a:latin typeface="Cambria Math" panose="02040503050406030204" pitchFamily="18" charset="0"/>
                      </a:rPr>
                      <m:t>𝑀𝑎</m:t>
                    </m:r>
                    <m:r>
                      <a:rPr lang="en-GB" sz="2000" b="0" i="1">
                        <a:latin typeface="Cambria Math" panose="02040503050406030204" pitchFamily="18" charset="0"/>
                      </a:rPr>
                      <m:t>=6</m:t>
                    </m:r>
                  </m:oMath>
                </a14:m>
                <a:r>
                  <a:rPr lang="en-GB" sz="2000" b="0" dirty="0"/>
                  <a:t> : </a:t>
                </a:r>
                <a:r>
                  <a:rPr lang="en-GB" sz="2000" dirty="0"/>
                  <a:t>ANN vs Smooth Bezier</a:t>
                </a:r>
              </a:p>
            </p:txBody>
          </p:sp>
        </mc:Choice>
        <mc:Fallback>
          <p:sp>
            <p:nvSpPr>
              <p:cNvPr id="8" name="Text Placeholder 7">
                <a:extLst>
                  <a:ext uri="{FF2B5EF4-FFF2-40B4-BE49-F238E27FC236}">
                    <a16:creationId xmlns:a16="http://schemas.microsoft.com/office/drawing/2014/main" id="{6773251F-50B9-B48C-B4B6-214BC175CB58}"/>
                  </a:ext>
                </a:extLst>
              </p:cNvPr>
              <p:cNvSpPr>
                <a:spLocks noGrp="1" noRot="1" noChangeAspect="1" noMove="1" noResize="1" noEditPoints="1" noAdjustHandles="1" noChangeArrowheads="1" noChangeShapeType="1" noTextEdit="1"/>
              </p:cNvSpPr>
              <p:nvPr>
                <p:ph type="body" sz="quarter" idx="3"/>
              </p:nvPr>
            </p:nvSpPr>
            <p:spPr>
              <a:xfrm>
                <a:off x="6172200" y="1423648"/>
                <a:ext cx="5183188" cy="927665"/>
              </a:xfrm>
              <a:blipFill>
                <a:blip r:embed="rId3"/>
                <a:stretch>
                  <a:fillRect l="-1294" b="-12500"/>
                </a:stretch>
              </a:blipFill>
            </p:spPr>
            <p:txBody>
              <a:bodyPr/>
              <a:lstStyle/>
              <a:p>
                <a:r>
                  <a:rPr lang="fr-FR">
                    <a:noFill/>
                  </a:rPr>
                  <a:t> </a:t>
                </a:r>
              </a:p>
            </p:txBody>
          </p:sp>
        </mc:Fallback>
      </mc:AlternateContent>
      <p:pic>
        <p:nvPicPr>
          <p:cNvPr id="17" name="Content Placeholder 16">
            <a:extLst>
              <a:ext uri="{FF2B5EF4-FFF2-40B4-BE49-F238E27FC236}">
                <a16:creationId xmlns:a16="http://schemas.microsoft.com/office/drawing/2014/main" id="{612AEAE3-127C-B48B-3BBF-4421F45C18CD}"/>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1665287" y="2505075"/>
            <a:ext cx="4209786" cy="3157340"/>
          </a:xfrm>
          <a:prstGeom prst="rect">
            <a:avLst/>
          </a:prstGeom>
        </p:spPr>
      </p:pic>
      <p:pic>
        <p:nvPicPr>
          <p:cNvPr id="19" name="Content Placeholder 18">
            <a:extLst>
              <a:ext uri="{FF2B5EF4-FFF2-40B4-BE49-F238E27FC236}">
                <a16:creationId xmlns:a16="http://schemas.microsoft.com/office/drawing/2014/main" id="{51954D9E-9971-EC65-1A03-A34B6274C470}"/>
              </a:ext>
            </a:extLst>
          </p:cNvPr>
          <p:cNvPicPr>
            <a:picLocks noGrp="1" noChangeAspect="1"/>
          </p:cNvPicPr>
          <p:nvPr>
            <p:ph sz="quarter" idx="4"/>
          </p:nvPr>
        </p:nvPicPr>
        <p:blipFill>
          <a:blip r:embed="rId5">
            <a:extLst>
              <a:ext uri="{28A0092B-C50C-407E-A947-70E740481C1C}">
                <a14:useLocalDpi xmlns:a14="http://schemas.microsoft.com/office/drawing/2010/main" val="0"/>
              </a:ext>
            </a:extLst>
          </a:blip>
          <a:stretch>
            <a:fillRect/>
          </a:stretch>
        </p:blipFill>
        <p:spPr>
          <a:xfrm>
            <a:off x="7010400" y="2505075"/>
            <a:ext cx="4209786" cy="3157340"/>
          </a:xfrm>
          <a:prstGeom prst="rect">
            <a:avLst/>
          </a:prstGeom>
        </p:spPr>
      </p:pic>
      <p:sp>
        <p:nvSpPr>
          <p:cNvPr id="4" name="Title 1">
            <a:extLst>
              <a:ext uri="{FF2B5EF4-FFF2-40B4-BE49-F238E27FC236}">
                <a16:creationId xmlns:a16="http://schemas.microsoft.com/office/drawing/2014/main" id="{BF55D8F6-FDEF-6483-60CB-D36487D73CD6}"/>
              </a:ext>
            </a:extLst>
          </p:cNvPr>
          <p:cNvSpPr>
            <a:spLocks noGrp="1"/>
          </p:cNvSpPr>
          <p:nvPr>
            <p:ph type="title"/>
          </p:nvPr>
        </p:nvSpPr>
        <p:spPr>
          <a:xfrm>
            <a:off x="1828800" y="365126"/>
            <a:ext cx="9114971" cy="1180760"/>
          </a:xfrm>
        </p:spPr>
        <p:txBody>
          <a:bodyPr>
            <a:noAutofit/>
          </a:bodyPr>
          <a:lstStyle/>
          <a:p>
            <a:pPr algn="ctr"/>
            <a:r>
              <a:rPr lang="en-GB" sz="4000" b="1" dirty="0"/>
              <a:t>Results: Non-local equilibrium vs noise</a:t>
            </a:r>
          </a:p>
        </p:txBody>
      </p:sp>
      <p:sp>
        <p:nvSpPr>
          <p:cNvPr id="13" name="Content Placeholder 2">
            <a:extLst>
              <a:ext uri="{FF2B5EF4-FFF2-40B4-BE49-F238E27FC236}">
                <a16:creationId xmlns:a16="http://schemas.microsoft.com/office/drawing/2014/main" id="{FC967967-0A1D-122C-671C-54092907B67F}"/>
              </a:ext>
            </a:extLst>
          </p:cNvPr>
          <p:cNvSpPr txBox="1">
            <a:spLocks/>
          </p:cNvSpPr>
          <p:nvPr/>
        </p:nvSpPr>
        <p:spPr>
          <a:xfrm>
            <a:off x="1074055" y="5689597"/>
            <a:ext cx="10508343" cy="8239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2400" b="1" dirty="0">
                <a:solidFill>
                  <a:srgbClr val="C00000"/>
                </a:solidFill>
                <a:latin typeface="Times New Roman" panose="02020603050405020304" pitchFamily="18" charset="0"/>
                <a:cs typeface="Times New Roman" panose="02020603050405020304" pitchFamily="18" charset="0"/>
              </a:rPr>
              <a:t>ANN (Machine Learning) extracts actual physical profiles</a:t>
            </a:r>
            <a:r>
              <a:rPr lang="en-GB" sz="2400" b="1" dirty="0">
                <a:solidFill>
                  <a:srgbClr val="C00000"/>
                </a:solidFill>
                <a:highlight>
                  <a:srgbClr val="FFFF00"/>
                </a:highlight>
                <a:latin typeface="Times New Roman" panose="02020603050405020304" pitchFamily="18" charset="0"/>
                <a:cs typeface="Times New Roman" panose="02020603050405020304" pitchFamily="18" charset="0"/>
              </a:rPr>
              <a:t>. It is different from a mere data fitting </a:t>
            </a:r>
            <a:endParaRPr lang="en-GB" sz="2400" dirty="0">
              <a:solidFill>
                <a:srgbClr val="C00000"/>
              </a:solidFill>
              <a:highlight>
                <a:srgbClr val="FFFF00"/>
              </a:highlight>
            </a:endParaRPr>
          </a:p>
        </p:txBody>
      </p:sp>
    </p:spTree>
    <p:extLst>
      <p:ext uri="{BB962C8B-B14F-4D97-AF65-F5344CB8AC3E}">
        <p14:creationId xmlns:p14="http://schemas.microsoft.com/office/powerpoint/2010/main" val="14123639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85BA8-D8E0-7C9D-7D9A-C8D8F759A9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4FE63-B5CB-266F-ADD6-A01D04D6878D}"/>
              </a:ext>
            </a:extLst>
          </p:cNvPr>
          <p:cNvSpPr>
            <a:spLocks noGrp="1"/>
          </p:cNvSpPr>
          <p:nvPr>
            <p:ph type="title"/>
          </p:nvPr>
        </p:nvSpPr>
        <p:spPr>
          <a:xfrm>
            <a:off x="3211286" y="215107"/>
            <a:ext cx="5334000" cy="1058522"/>
          </a:xfrm>
        </p:spPr>
        <p:txBody>
          <a:bodyPr>
            <a:noAutofit/>
          </a:bodyPr>
          <a:lstStyle/>
          <a:p>
            <a:pPr algn="ctr"/>
            <a:r>
              <a:rPr lang="en-GB" sz="4000" b="1" dirty="0"/>
              <a:t>Conclusion</a:t>
            </a:r>
          </a:p>
        </p:txBody>
      </p:sp>
      <p:sp>
        <p:nvSpPr>
          <p:cNvPr id="4" name="Content Placeholder 3">
            <a:extLst>
              <a:ext uri="{FF2B5EF4-FFF2-40B4-BE49-F238E27FC236}">
                <a16:creationId xmlns:a16="http://schemas.microsoft.com/office/drawing/2014/main" id="{11A77E36-7842-D5F4-5753-EA8F10731B2D}"/>
              </a:ext>
            </a:extLst>
          </p:cNvPr>
          <p:cNvSpPr>
            <a:spLocks noGrp="1"/>
          </p:cNvSpPr>
          <p:nvPr>
            <p:ph idx="1"/>
          </p:nvPr>
        </p:nvSpPr>
        <p:spPr>
          <a:xfrm>
            <a:off x="283029" y="1825624"/>
            <a:ext cx="11070771" cy="4817269"/>
          </a:xfrm>
        </p:spPr>
        <p:txBody>
          <a:bodyPr>
            <a:normAutofit/>
          </a:bodyPr>
          <a:lstStyle/>
          <a:p>
            <a:pPr marL="0" indent="0" algn="just">
              <a:buNone/>
            </a:pPr>
            <a:endParaRPr lang="en-GB" sz="2800" dirty="0">
              <a:solidFill>
                <a:srgbClr val="000000"/>
              </a:solidFill>
            </a:endParaRPr>
          </a:p>
          <a:p>
            <a:pPr marL="0" indent="0" algn="just">
              <a:buNone/>
            </a:pPr>
            <a:endParaRPr lang="en-GB" sz="2800" dirty="0">
              <a:solidFill>
                <a:srgbClr val="000000"/>
              </a:solidFill>
            </a:endParaRPr>
          </a:p>
          <a:p>
            <a:pPr marL="457200" indent="-457200" algn="just">
              <a:buFont typeface="Arial" panose="020B0604020202020204" pitchFamily="34" charset="0"/>
              <a:buChar char="•"/>
            </a:pPr>
            <a:endParaRPr lang="en-GB" sz="2800" dirty="0">
              <a:solidFill>
                <a:srgbClr val="000000"/>
              </a:solidFill>
            </a:endParaRPr>
          </a:p>
          <a:p>
            <a:pPr algn="just"/>
            <a:endParaRPr lang="en-GB" sz="2800" dirty="0">
              <a:latin typeface="Times New Roman" panose="02020603050405020304" pitchFamily="18" charset="0"/>
              <a:cs typeface="Times New Roman" panose="02020603050405020304" pitchFamily="18" charset="0"/>
            </a:endParaRPr>
          </a:p>
        </p:txBody>
      </p:sp>
      <p:sp>
        <p:nvSpPr>
          <p:cNvPr id="6" name="Text Placeholder 5">
            <a:extLst>
              <a:ext uri="{FF2B5EF4-FFF2-40B4-BE49-F238E27FC236}">
                <a16:creationId xmlns:a16="http://schemas.microsoft.com/office/drawing/2014/main" id="{80FA41FC-C6A7-DD3E-4E1E-97D24B74B674}"/>
              </a:ext>
            </a:extLst>
          </p:cNvPr>
          <p:cNvSpPr>
            <a:spLocks noGrp="1"/>
          </p:cNvSpPr>
          <p:nvPr>
            <p:ph type="body" idx="4294967295"/>
          </p:nvPr>
        </p:nvSpPr>
        <p:spPr>
          <a:xfrm>
            <a:off x="325436" y="1825172"/>
            <a:ext cx="9660394" cy="4053114"/>
          </a:xfrm>
        </p:spPr>
        <p:txBody>
          <a:bodyPr>
            <a:noAutofit/>
          </a:bodyPr>
          <a:lstStyle/>
          <a:p>
            <a:pPr algn="just"/>
            <a:endParaRPr lang="en-GB" sz="2400" b="0" dirty="0"/>
          </a:p>
          <a:p>
            <a:pPr algn="just">
              <a:buFont typeface="Wingdings" panose="05000000000000000000" pitchFamily="2" charset="2"/>
              <a:buChar char="Ø"/>
            </a:pPr>
            <a:r>
              <a:rPr lang="en-GB" sz="2400" dirty="0"/>
              <a:t>Noise in Direct Simulation Monte Carlo (DSMC) data is correlated with non-local equilibrium in rarefied gas flows.</a:t>
            </a:r>
          </a:p>
          <a:p>
            <a:pPr algn="just">
              <a:buFont typeface="Wingdings" panose="05000000000000000000" pitchFamily="2" charset="2"/>
              <a:buChar char="Ø"/>
            </a:pPr>
            <a:endParaRPr lang="en-GB" sz="2400" dirty="0"/>
          </a:p>
          <a:p>
            <a:pPr algn="just">
              <a:buFont typeface="Wingdings" panose="05000000000000000000" pitchFamily="2" charset="2"/>
              <a:buChar char="Ø"/>
            </a:pPr>
            <a:r>
              <a:rPr lang="en-GB" sz="2400" dirty="0"/>
              <a:t>We developed an ANN (artificial neural network) algorithm to cope with this noise.</a:t>
            </a:r>
          </a:p>
          <a:p>
            <a:pPr algn="just">
              <a:buFont typeface="Wingdings" panose="05000000000000000000" pitchFamily="2" charset="2"/>
              <a:buChar char="Ø"/>
            </a:pPr>
            <a:endParaRPr lang="en-GB" sz="2400" dirty="0"/>
          </a:p>
          <a:p>
            <a:pPr algn="just">
              <a:buFont typeface="Wingdings" panose="05000000000000000000" pitchFamily="2" charset="2"/>
              <a:buChar char="Ø"/>
            </a:pPr>
            <a:r>
              <a:rPr lang="en-GB" sz="2400" dirty="0"/>
              <a:t>ANNs may offer appropriate tools to profile high Knudsen number flows at low costs. </a:t>
            </a:r>
            <a:r>
              <a:rPr lang="en-GB" sz="2400" b="1" dirty="0">
                <a:solidFill>
                  <a:srgbClr val="FF0000"/>
                </a:solidFill>
              </a:rPr>
              <a:t>Not just fitting the data!</a:t>
            </a:r>
          </a:p>
        </p:txBody>
      </p:sp>
    </p:spTree>
    <p:extLst>
      <p:ext uri="{BB962C8B-B14F-4D97-AF65-F5344CB8AC3E}">
        <p14:creationId xmlns:p14="http://schemas.microsoft.com/office/powerpoint/2010/main" val="5787287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TM03457491[[fn=Metropolitan]]</Template>
  <TotalTime>5843</TotalTime>
  <Words>779</Words>
  <Application>Microsoft Office PowerPoint</Application>
  <PresentationFormat>Widescreen</PresentationFormat>
  <Paragraphs>80</Paragraphs>
  <Slides>12</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20" baseType="lpstr">
      <vt:lpstr>Aptos</vt:lpstr>
      <vt:lpstr>Aptos Display</vt:lpstr>
      <vt:lpstr>Arial</vt:lpstr>
      <vt:lpstr>Cambria Math</vt:lpstr>
      <vt:lpstr>Times New Roman</vt:lpstr>
      <vt:lpstr>Wingdings</vt:lpstr>
      <vt:lpstr>Office Theme</vt:lpstr>
      <vt:lpstr>Acrobat Document</vt:lpstr>
      <vt:lpstr>Non-Local Equilibrium vs Noise: Direct Simulation Monte Carlo of Rarefied Gases</vt:lpstr>
      <vt:lpstr>‘Noise’ in DSMC</vt:lpstr>
      <vt:lpstr>‘Noise’ in DSMC: Existing attempts in the literature</vt:lpstr>
      <vt:lpstr>‘Noise’ in DSMC: Existing attempts in the literature</vt:lpstr>
      <vt:lpstr>‘Noise’ in DSMC: Standard statistical mechanics vs non-local equilibrium</vt:lpstr>
      <vt:lpstr>Present Methodology</vt:lpstr>
      <vt:lpstr>Present Methodology</vt:lpstr>
      <vt:lpstr>Results: Non-local equilibrium vs noise</vt:lpstr>
      <vt:lpstr>Results: Non-local equilibrium vs noise</vt:lpstr>
      <vt:lpstr>Results: Non-local equilibrium vs noise</vt:lpstr>
      <vt:lpstr>Results: Non-local equilibrium vs noise</vt:lpstr>
      <vt:lpstr>Conclusion</vt:lpstr>
    </vt:vector>
  </TitlesOfParts>
  <Company>Heriot Watt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Aji, David</dc:creator>
  <cp:lastModifiedBy>Dadzie, Kokou</cp:lastModifiedBy>
  <cp:revision>91</cp:revision>
  <dcterms:created xsi:type="dcterms:W3CDTF">2026-05-05T14:47:59Z</dcterms:created>
  <dcterms:modified xsi:type="dcterms:W3CDTF">2026-09-04T12:44:57Z</dcterms:modified>
</cp:coreProperties>
</file>